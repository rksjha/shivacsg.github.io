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607C37-F413-4B89-B0A6-020A97325BF8}" v="25" dt="2020-04-09T08:08:20.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73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ESH JHA" userId="f5594d0961e03c84" providerId="LiveId" clId="{82607C37-F413-4B89-B0A6-020A97325BF8}"/>
    <pc:docChg chg="undo custSel mod addSld delSld modSld">
      <pc:chgData name="RAKESH JHA" userId="f5594d0961e03c84" providerId="LiveId" clId="{82607C37-F413-4B89-B0A6-020A97325BF8}" dt="2020-04-09T08:08:20.886" v="556"/>
      <pc:docMkLst>
        <pc:docMk/>
      </pc:docMkLst>
      <pc:sldChg chg="modSp mod">
        <pc:chgData name="RAKESH JHA" userId="f5594d0961e03c84" providerId="LiveId" clId="{82607C37-F413-4B89-B0A6-020A97325BF8}" dt="2020-04-07T08:54:04.153" v="397" actId="6549"/>
        <pc:sldMkLst>
          <pc:docMk/>
          <pc:sldMk cId="1148711278" sldId="257"/>
        </pc:sldMkLst>
        <pc:spChg chg="mod">
          <ac:chgData name="RAKESH JHA" userId="f5594d0961e03c84" providerId="LiveId" clId="{82607C37-F413-4B89-B0A6-020A97325BF8}" dt="2020-04-07T08:54:04.153" v="397" actId="6549"/>
          <ac:spMkLst>
            <pc:docMk/>
            <pc:sldMk cId="1148711278" sldId="257"/>
            <ac:spMk id="3" creationId="{7051F85E-C4A9-4750-84DA-F9118E96AA5D}"/>
          </ac:spMkLst>
        </pc:spChg>
      </pc:sldChg>
      <pc:sldChg chg="modSp mod">
        <pc:chgData name="RAKESH JHA" userId="f5594d0961e03c84" providerId="LiveId" clId="{82607C37-F413-4B89-B0A6-020A97325BF8}" dt="2020-04-07T08:57:11.844" v="449" actId="6549"/>
        <pc:sldMkLst>
          <pc:docMk/>
          <pc:sldMk cId="140454879" sldId="258"/>
        </pc:sldMkLst>
        <pc:spChg chg="mod">
          <ac:chgData name="RAKESH JHA" userId="f5594d0961e03c84" providerId="LiveId" clId="{82607C37-F413-4B89-B0A6-020A97325BF8}" dt="2020-04-07T08:57:11.844" v="449" actId="6549"/>
          <ac:spMkLst>
            <pc:docMk/>
            <pc:sldMk cId="140454879" sldId="258"/>
            <ac:spMk id="3" creationId="{242BB85C-4BD2-4F7D-B283-96B6E8B57AF7}"/>
          </ac:spMkLst>
        </pc:spChg>
      </pc:sldChg>
      <pc:sldChg chg="modSp mod">
        <pc:chgData name="RAKESH JHA" userId="f5594d0961e03c84" providerId="LiveId" clId="{82607C37-F413-4B89-B0A6-020A97325BF8}" dt="2020-04-07T08:57:52.152" v="451" actId="20577"/>
        <pc:sldMkLst>
          <pc:docMk/>
          <pc:sldMk cId="4236920174" sldId="259"/>
        </pc:sldMkLst>
        <pc:spChg chg="mod">
          <ac:chgData name="RAKESH JHA" userId="f5594d0961e03c84" providerId="LiveId" clId="{82607C37-F413-4B89-B0A6-020A97325BF8}" dt="2020-04-07T08:57:52.152" v="451" actId="20577"/>
          <ac:spMkLst>
            <pc:docMk/>
            <pc:sldMk cId="4236920174" sldId="259"/>
            <ac:spMk id="3" creationId="{C83C818A-3BC3-48CD-857D-11F4E14D32DA}"/>
          </ac:spMkLst>
        </pc:spChg>
      </pc:sldChg>
      <pc:sldChg chg="modSp mod">
        <pc:chgData name="RAKESH JHA" userId="f5594d0961e03c84" providerId="LiveId" clId="{82607C37-F413-4B89-B0A6-020A97325BF8}" dt="2020-04-07T08:51:48.518" v="346" actId="20577"/>
        <pc:sldMkLst>
          <pc:docMk/>
          <pc:sldMk cId="3766473084" sldId="260"/>
        </pc:sldMkLst>
        <pc:spChg chg="mod">
          <ac:chgData name="RAKESH JHA" userId="f5594d0961e03c84" providerId="LiveId" clId="{82607C37-F413-4B89-B0A6-020A97325BF8}" dt="2020-04-07T08:51:48.518" v="346" actId="20577"/>
          <ac:spMkLst>
            <pc:docMk/>
            <pc:sldMk cId="3766473084" sldId="260"/>
            <ac:spMk id="3" creationId="{9AF20E63-D156-49F1-A496-A92060942440}"/>
          </ac:spMkLst>
        </pc:spChg>
        <pc:picChg chg="mod">
          <ac:chgData name="RAKESH JHA" userId="f5594d0961e03c84" providerId="LiveId" clId="{82607C37-F413-4B89-B0A6-020A97325BF8}" dt="2020-04-07T08:34:05.494" v="42" actId="1035"/>
          <ac:picMkLst>
            <pc:docMk/>
            <pc:sldMk cId="3766473084" sldId="260"/>
            <ac:picMk id="5" creationId="{D1AAD043-5C49-4555-B3B4-D269830537E4}"/>
          </ac:picMkLst>
        </pc:picChg>
      </pc:sldChg>
      <pc:sldChg chg="addSp delSp modSp mod">
        <pc:chgData name="RAKESH JHA" userId="f5594d0961e03c84" providerId="LiveId" clId="{82607C37-F413-4B89-B0A6-020A97325BF8}" dt="2020-04-09T08:08:20.886" v="556"/>
        <pc:sldMkLst>
          <pc:docMk/>
          <pc:sldMk cId="3283084300" sldId="261"/>
        </pc:sldMkLst>
        <pc:spChg chg="mod">
          <ac:chgData name="RAKESH JHA" userId="f5594d0961e03c84" providerId="LiveId" clId="{82607C37-F413-4B89-B0A6-020A97325BF8}" dt="2020-04-09T08:08:20.886" v="556"/>
          <ac:spMkLst>
            <pc:docMk/>
            <pc:sldMk cId="3283084300" sldId="261"/>
            <ac:spMk id="3" creationId="{1ECCF4E5-F1E1-4F4B-8CBA-195862831838}"/>
          </ac:spMkLst>
        </pc:spChg>
        <pc:spChg chg="del">
          <ac:chgData name="RAKESH JHA" userId="f5594d0961e03c84" providerId="LiveId" clId="{82607C37-F413-4B89-B0A6-020A97325BF8}" dt="2020-04-07T08:35:56.169" v="52" actId="478"/>
          <ac:spMkLst>
            <pc:docMk/>
            <pc:sldMk cId="3283084300" sldId="261"/>
            <ac:spMk id="4" creationId="{3BF61FB2-410D-439D-A66E-28F34AF33109}"/>
          </ac:spMkLst>
        </pc:spChg>
        <pc:picChg chg="add mod modCrop">
          <ac:chgData name="RAKESH JHA" userId="f5594d0961e03c84" providerId="LiveId" clId="{82607C37-F413-4B89-B0A6-020A97325BF8}" dt="2020-04-07T08:36:18.129" v="55" actId="1076"/>
          <ac:picMkLst>
            <pc:docMk/>
            <pc:sldMk cId="3283084300" sldId="261"/>
            <ac:picMk id="7" creationId="{B31D3796-8135-48CA-BEAA-A29B8E9F16E8}"/>
          </ac:picMkLst>
        </pc:picChg>
      </pc:sldChg>
      <pc:sldChg chg="modSp mod">
        <pc:chgData name="RAKESH JHA" userId="f5594d0961e03c84" providerId="LiveId" clId="{82607C37-F413-4B89-B0A6-020A97325BF8}" dt="2020-04-07T08:45:44.839" v="204" actId="20577"/>
        <pc:sldMkLst>
          <pc:docMk/>
          <pc:sldMk cId="3616265529" sldId="262"/>
        </pc:sldMkLst>
        <pc:spChg chg="mod">
          <ac:chgData name="RAKESH JHA" userId="f5594d0961e03c84" providerId="LiveId" clId="{82607C37-F413-4B89-B0A6-020A97325BF8}" dt="2020-04-07T08:45:44.839" v="204" actId="20577"/>
          <ac:spMkLst>
            <pc:docMk/>
            <pc:sldMk cId="3616265529" sldId="262"/>
            <ac:spMk id="3" creationId="{4F7DE8E3-AE37-48F8-A0C8-57A30EFE18A3}"/>
          </ac:spMkLst>
        </pc:spChg>
      </pc:sldChg>
      <pc:sldChg chg="addSp delSp modSp add mod">
        <pc:chgData name="RAKESH JHA" userId="f5594d0961e03c84" providerId="LiveId" clId="{82607C37-F413-4B89-B0A6-020A97325BF8}" dt="2020-04-07T08:46:00.281" v="205"/>
        <pc:sldMkLst>
          <pc:docMk/>
          <pc:sldMk cId="4209108884" sldId="263"/>
        </pc:sldMkLst>
        <pc:spChg chg="mod">
          <ac:chgData name="RAKESH JHA" userId="f5594d0961e03c84" providerId="LiveId" clId="{82607C37-F413-4B89-B0A6-020A97325BF8}" dt="2020-04-07T08:38:12.400" v="65" actId="14100"/>
          <ac:spMkLst>
            <pc:docMk/>
            <pc:sldMk cId="4209108884" sldId="263"/>
            <ac:spMk id="2" creationId="{4896EEF7-F6C4-43D3-80D4-C9F383A2C4AF}"/>
          </ac:spMkLst>
        </pc:spChg>
        <pc:spChg chg="mod">
          <ac:chgData name="RAKESH JHA" userId="f5594d0961e03c84" providerId="LiveId" clId="{82607C37-F413-4B89-B0A6-020A97325BF8}" dt="2020-04-07T08:42:40.762" v="144" actId="20577"/>
          <ac:spMkLst>
            <pc:docMk/>
            <pc:sldMk cId="4209108884" sldId="263"/>
            <ac:spMk id="3" creationId="{C90C05D6-0EF9-4A0B-B217-EED90DD099A3}"/>
          </ac:spMkLst>
        </pc:spChg>
        <pc:spChg chg="del">
          <ac:chgData name="RAKESH JHA" userId="f5594d0961e03c84" providerId="LiveId" clId="{82607C37-F413-4B89-B0A6-020A97325BF8}" dt="2020-04-07T08:43:10.049" v="146" actId="478"/>
          <ac:spMkLst>
            <pc:docMk/>
            <pc:sldMk cId="4209108884" sldId="263"/>
            <ac:spMk id="4" creationId="{C63A99A4-FE64-466C-B66D-8158CD32CDF7}"/>
          </ac:spMkLst>
        </pc:spChg>
        <pc:spChg chg="add mod">
          <ac:chgData name="RAKESH JHA" userId="f5594d0961e03c84" providerId="LiveId" clId="{82607C37-F413-4B89-B0A6-020A97325BF8}" dt="2020-04-07T08:43:57.370" v="151" actId="14100"/>
          <ac:spMkLst>
            <pc:docMk/>
            <pc:sldMk cId="4209108884" sldId="263"/>
            <ac:spMk id="6" creationId="{1145CB9A-5EDE-4D48-88BF-10CB88F55A9F}"/>
          </ac:spMkLst>
        </pc:spChg>
        <pc:spChg chg="add">
          <ac:chgData name="RAKESH JHA" userId="f5594d0961e03c84" providerId="LiveId" clId="{82607C37-F413-4B89-B0A6-020A97325BF8}" dt="2020-04-07T08:46:00.281" v="205"/>
          <ac:spMkLst>
            <pc:docMk/>
            <pc:sldMk cId="4209108884" sldId="263"/>
            <ac:spMk id="7" creationId="{EDD428FD-C4F8-4252-AC35-05FE127F28F3}"/>
          </ac:spMkLst>
        </pc:spChg>
        <pc:picChg chg="add mod">
          <ac:chgData name="RAKESH JHA" userId="f5594d0961e03c84" providerId="LiveId" clId="{82607C37-F413-4B89-B0A6-020A97325BF8}" dt="2020-04-07T08:43:21.371" v="147" actId="1076"/>
          <ac:picMkLst>
            <pc:docMk/>
            <pc:sldMk cId="4209108884" sldId="263"/>
            <ac:picMk id="5" creationId="{BFF33641-AF2A-483F-8330-B1ABE9EE48D7}"/>
          </ac:picMkLst>
        </pc:picChg>
      </pc:sldChg>
      <pc:sldChg chg="addSp delSp modSp add mod setBg">
        <pc:chgData name="RAKESH JHA" userId="f5594d0961e03c84" providerId="LiveId" clId="{82607C37-F413-4B89-B0A6-020A97325BF8}" dt="2020-04-07T09:14:26.654" v="555" actId="20577"/>
        <pc:sldMkLst>
          <pc:docMk/>
          <pc:sldMk cId="2211254650" sldId="264"/>
        </pc:sldMkLst>
        <pc:spChg chg="del">
          <ac:chgData name="RAKESH JHA" userId="f5594d0961e03c84" providerId="LiveId" clId="{82607C37-F413-4B89-B0A6-020A97325BF8}" dt="2020-04-07T09:08:22.027" v="496"/>
          <ac:spMkLst>
            <pc:docMk/>
            <pc:sldMk cId="2211254650" sldId="264"/>
            <ac:spMk id="2" creationId="{4B6CA06A-6589-4B3A-AE2D-1D9E7F713C8B}"/>
          </ac:spMkLst>
        </pc:spChg>
        <pc:spChg chg="del">
          <ac:chgData name="RAKESH JHA" userId="f5594d0961e03c84" providerId="LiveId" clId="{82607C37-F413-4B89-B0A6-020A97325BF8}" dt="2020-04-07T09:08:22.027" v="496"/>
          <ac:spMkLst>
            <pc:docMk/>
            <pc:sldMk cId="2211254650" sldId="264"/>
            <ac:spMk id="3" creationId="{ACBAC474-446A-4713-9B5C-45205CDEF506}"/>
          </ac:spMkLst>
        </pc:spChg>
        <pc:spChg chg="del">
          <ac:chgData name="RAKESH JHA" userId="f5594d0961e03c84" providerId="LiveId" clId="{82607C37-F413-4B89-B0A6-020A97325BF8}" dt="2020-04-07T09:08:22.027" v="496"/>
          <ac:spMkLst>
            <pc:docMk/>
            <pc:sldMk cId="2211254650" sldId="264"/>
            <ac:spMk id="4" creationId="{D15D5F79-D29B-48AC-989E-14D24EFE58AD}"/>
          </ac:spMkLst>
        </pc:spChg>
        <pc:spChg chg="add mod">
          <ac:chgData name="RAKESH JHA" userId="f5594d0961e03c84" providerId="LiveId" clId="{82607C37-F413-4B89-B0A6-020A97325BF8}" dt="2020-04-07T09:13:53.542" v="547" actId="14100"/>
          <ac:spMkLst>
            <pc:docMk/>
            <pc:sldMk cId="2211254650" sldId="264"/>
            <ac:spMk id="5" creationId="{B0E9BF4B-06E1-445E-B7B8-702DA04CBF0A}"/>
          </ac:spMkLst>
        </pc:spChg>
        <pc:spChg chg="add del mod">
          <ac:chgData name="RAKESH JHA" userId="f5594d0961e03c84" providerId="LiveId" clId="{82607C37-F413-4B89-B0A6-020A97325BF8}" dt="2020-04-07T09:10:45.079" v="526"/>
          <ac:spMkLst>
            <pc:docMk/>
            <pc:sldMk cId="2211254650" sldId="264"/>
            <ac:spMk id="6" creationId="{742C02E8-7BC3-4F86-80D2-B61C3D9343F3}"/>
          </ac:spMkLst>
        </pc:spChg>
        <pc:spChg chg="add mod">
          <ac:chgData name="RAKESH JHA" userId="f5594d0961e03c84" providerId="LiveId" clId="{82607C37-F413-4B89-B0A6-020A97325BF8}" dt="2020-04-07T09:12:51.486" v="537" actId="1076"/>
          <ac:spMkLst>
            <pc:docMk/>
            <pc:sldMk cId="2211254650" sldId="264"/>
            <ac:spMk id="8" creationId="{55A5062A-6E69-4723-8206-3BC8E8E9D901}"/>
          </ac:spMkLst>
        </pc:spChg>
        <pc:spChg chg="add mod">
          <ac:chgData name="RAKESH JHA" userId="f5594d0961e03c84" providerId="LiveId" clId="{82607C37-F413-4B89-B0A6-020A97325BF8}" dt="2020-04-07T09:13:00.381" v="538" actId="1076"/>
          <ac:spMkLst>
            <pc:docMk/>
            <pc:sldMk cId="2211254650" sldId="264"/>
            <ac:spMk id="9" creationId="{1AA0CFB8-767F-4951-B7FC-CAF37834597F}"/>
          </ac:spMkLst>
        </pc:spChg>
        <pc:spChg chg="add mod">
          <ac:chgData name="RAKESH JHA" userId="f5594d0961e03c84" providerId="LiveId" clId="{82607C37-F413-4B89-B0A6-020A97325BF8}" dt="2020-04-07T09:14:26.654" v="555" actId="20577"/>
          <ac:spMkLst>
            <pc:docMk/>
            <pc:sldMk cId="2211254650" sldId="264"/>
            <ac:spMk id="10" creationId="{A5EB9318-EA51-4BA4-AAB7-2C520ED9A1FF}"/>
          </ac:spMkLst>
        </pc:spChg>
        <pc:spChg chg="add">
          <ac:chgData name="RAKESH JHA" userId="f5594d0961e03c84" providerId="LiveId" clId="{82607C37-F413-4B89-B0A6-020A97325BF8}" dt="2020-04-07T09:11:13.331" v="527" actId="26606"/>
          <ac:spMkLst>
            <pc:docMk/>
            <pc:sldMk cId="2211254650" sldId="264"/>
            <ac:spMk id="12" creationId="{95224A92-B71D-4244-9CEE-E80F9BD118DF}"/>
          </ac:spMkLst>
        </pc:spChg>
        <pc:spChg chg="add">
          <ac:chgData name="RAKESH JHA" userId="f5594d0961e03c84" providerId="LiveId" clId="{82607C37-F413-4B89-B0A6-020A97325BF8}" dt="2020-04-07T09:11:13.331" v="527" actId="26606"/>
          <ac:spMkLst>
            <pc:docMk/>
            <pc:sldMk cId="2211254650" sldId="264"/>
            <ac:spMk id="14" creationId="{9069A319-3937-4297-B7D8-6745097B90D2}"/>
          </ac:spMkLst>
        </pc:spChg>
        <pc:spChg chg="add">
          <ac:chgData name="RAKESH JHA" userId="f5594d0961e03c84" providerId="LiveId" clId="{82607C37-F413-4B89-B0A6-020A97325BF8}" dt="2020-04-07T09:11:13.331" v="527" actId="26606"/>
          <ac:spMkLst>
            <pc:docMk/>
            <pc:sldMk cId="2211254650" sldId="264"/>
            <ac:spMk id="16" creationId="{F3FDFE78-2422-40CD-BC53-9E0C459C9D9F}"/>
          </ac:spMkLst>
        </pc:spChg>
        <pc:spChg chg="add">
          <ac:chgData name="RAKESH JHA" userId="f5594d0961e03c84" providerId="LiveId" clId="{82607C37-F413-4B89-B0A6-020A97325BF8}" dt="2020-04-07T09:11:13.331" v="527" actId="26606"/>
          <ac:spMkLst>
            <pc:docMk/>
            <pc:sldMk cId="2211254650" sldId="264"/>
            <ac:spMk id="18" creationId="{A97E302E-4D34-42E4-94A8-4FC0AF572FEB}"/>
          </ac:spMkLst>
        </pc:spChg>
        <pc:graphicFrameChg chg="add mod">
          <ac:chgData name="RAKESH JHA" userId="f5594d0961e03c84" providerId="LiveId" clId="{82607C37-F413-4B89-B0A6-020A97325BF8}" dt="2020-04-07T09:11:13.331" v="527" actId="26606"/>
          <ac:graphicFrameMkLst>
            <pc:docMk/>
            <pc:sldMk cId="2211254650" sldId="264"/>
            <ac:graphicFrameMk id="7" creationId="{2E6B42B9-5375-44AC-8BA8-4C355FB37838}"/>
          </ac:graphicFrameMkLst>
        </pc:graphicFrameChg>
      </pc:sldChg>
      <pc:sldChg chg="addSp delSp modSp add del mod">
        <pc:chgData name="RAKESH JHA" userId="f5594d0961e03c84" providerId="LiveId" clId="{82607C37-F413-4B89-B0A6-020A97325BF8}" dt="2020-04-07T09:08:02.404" v="494" actId="47"/>
        <pc:sldMkLst>
          <pc:docMk/>
          <pc:sldMk cId="3307218497" sldId="264"/>
        </pc:sldMkLst>
        <pc:spChg chg="mod">
          <ac:chgData name="RAKESH JHA" userId="f5594d0961e03c84" providerId="LiveId" clId="{82607C37-F413-4B89-B0A6-020A97325BF8}" dt="2020-04-07T09:05:29.908" v="493" actId="20577"/>
          <ac:spMkLst>
            <pc:docMk/>
            <pc:sldMk cId="3307218497" sldId="264"/>
            <ac:spMk id="2" creationId="{5252648A-9249-44A6-BDAD-55C7E4DDD352}"/>
          </ac:spMkLst>
        </pc:spChg>
        <pc:spChg chg="add del mod">
          <ac:chgData name="RAKESH JHA" userId="f5594d0961e03c84" providerId="LiveId" clId="{82607C37-F413-4B89-B0A6-020A97325BF8}" dt="2020-04-07T09:04:28.501" v="476" actId="20577"/>
          <ac:spMkLst>
            <pc:docMk/>
            <pc:sldMk cId="3307218497" sldId="264"/>
            <ac:spMk id="3" creationId="{F7B3009A-2AED-4006-B4DD-9268E70DEA4F}"/>
          </ac:spMkLst>
        </pc:spChg>
        <pc:spChg chg="del">
          <ac:chgData name="RAKESH JHA" userId="f5594d0961e03c84" providerId="LiveId" clId="{82607C37-F413-4B89-B0A6-020A97325BF8}" dt="2020-04-07T09:04:42.107" v="481" actId="478"/>
          <ac:spMkLst>
            <pc:docMk/>
            <pc:sldMk cId="3307218497" sldId="264"/>
            <ac:spMk id="4" creationId="{2CC58573-DD20-483F-BA15-67A7E93140A7}"/>
          </ac:spMkLst>
        </pc:spChg>
        <pc:picChg chg="add del mod">
          <ac:chgData name="RAKESH JHA" userId="f5594d0961e03c84" providerId="LiveId" clId="{82607C37-F413-4B89-B0A6-020A97325BF8}" dt="2020-04-07T09:04:04.305" v="457"/>
          <ac:picMkLst>
            <pc:docMk/>
            <pc:sldMk cId="3307218497" sldId="264"/>
            <ac:picMk id="6" creationId="{71C2046E-B3D5-4DBD-B7E9-19086578D2FD}"/>
          </ac:picMkLst>
        </pc:picChg>
        <pc:picChg chg="add del mod">
          <ac:chgData name="RAKESH JHA" userId="f5594d0961e03c84" providerId="LiveId" clId="{82607C37-F413-4B89-B0A6-020A97325BF8}" dt="2020-04-07T09:04:15.406" v="459"/>
          <ac:picMkLst>
            <pc:docMk/>
            <pc:sldMk cId="3307218497" sldId="264"/>
            <ac:picMk id="8" creationId="{25D526DD-5F2E-42BB-B9FE-3AA91C09383B}"/>
          </ac:picMkLst>
        </pc:picChg>
        <pc:picChg chg="add del mod">
          <ac:chgData name="RAKESH JHA" userId="f5594d0961e03c84" providerId="LiveId" clId="{82607C37-F413-4B89-B0A6-020A97325BF8}" dt="2020-04-07T09:04:24.447" v="464"/>
          <ac:picMkLst>
            <pc:docMk/>
            <pc:sldMk cId="3307218497" sldId="264"/>
            <ac:picMk id="10" creationId="{75804939-8262-4F4A-8AC4-4CE1F167365F}"/>
          </ac:picMkLst>
        </pc:picChg>
        <pc:picChg chg="add mod">
          <ac:chgData name="RAKESH JHA" userId="f5594d0961e03c84" providerId="LiveId" clId="{82607C37-F413-4B89-B0A6-020A97325BF8}" dt="2020-04-07T09:05:05.861" v="484" actId="14100"/>
          <ac:picMkLst>
            <pc:docMk/>
            <pc:sldMk cId="3307218497" sldId="264"/>
            <ac:picMk id="12" creationId="{F2E2DA54-79D2-4788-BEC7-7581DBE3A9AE}"/>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56D29322-FF26-4CEF-BFFB-B5865F670428}"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4707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3347037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313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0AE237-B1D7-415D-8ECF-11AB72251395}" type="datetimeFigureOut">
              <a:rPr lang="en-IN" smtClean="0"/>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3438528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0AE237-B1D7-415D-8ECF-11AB72251395}" type="datetimeFigureOut">
              <a:rPr lang="en-IN" smtClean="0"/>
              <a:t>09-04-2020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D29322-FF26-4CEF-BFFB-B5865F670428}"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8804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0AE237-B1D7-415D-8ECF-11AB72251395}" type="datetimeFigureOut">
              <a:rPr lang="en-IN" smtClean="0"/>
              <a:t>09-04-2020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D29322-FF26-4CEF-BFFB-B5865F670428}"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6114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AE237-B1D7-415D-8ECF-11AB72251395}" type="datetimeFigureOut">
              <a:rPr lang="en-IN" smtClean="0"/>
              <a:t>09-04-2020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2577814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E237-B1D7-415D-8ECF-11AB72251395}" type="datetimeFigureOut">
              <a:rPr lang="en-IN" smtClean="0"/>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D29322-FF26-4CEF-BFFB-B5865F670428}"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17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E237-B1D7-415D-8ECF-11AB72251395}" type="datetimeFigureOut">
              <a:rPr lang="en-IN" smtClean="0"/>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2303284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E237-B1D7-415D-8ECF-11AB72251395}" type="datetimeFigureOut">
              <a:rPr lang="en-IN" smtClean="0"/>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713076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1359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144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spTree>
    <p:extLst>
      <p:ext uri="{BB962C8B-B14F-4D97-AF65-F5344CB8AC3E}">
        <p14:creationId xmlns:p14="http://schemas.microsoft.com/office/powerpoint/2010/main" val="911229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4660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5269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878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AE237-B1D7-415D-8ECF-11AB72251395}" type="datetimeFigureOut">
              <a:rPr lang="en-IN" smtClean="0"/>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D29322-FF26-4CEF-BFFB-B5865F670428}"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6495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10AE237-B1D7-415D-8ECF-11AB72251395}" type="datetimeFigureOut">
              <a:rPr lang="en-IN" smtClean="0"/>
              <a:t>09-04-2020</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6D29322-FF26-4CEF-BFFB-B5865F670428}" type="slidenum">
              <a:rPr lang="en-IN" smtClean="0"/>
              <a:t>‹#›</a:t>
            </a:fld>
            <a:endParaRPr lang="en-IN"/>
          </a:p>
        </p:txBody>
      </p:sp>
    </p:spTree>
    <p:extLst>
      <p:ext uri="{BB962C8B-B14F-4D97-AF65-F5344CB8AC3E}">
        <p14:creationId xmlns:p14="http://schemas.microsoft.com/office/powerpoint/2010/main" val="32493109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263CF-9C33-4D33-BBB1-FAE58F869D46}"/>
              </a:ext>
            </a:extLst>
          </p:cNvPr>
          <p:cNvSpPr>
            <a:spLocks noGrp="1"/>
          </p:cNvSpPr>
          <p:nvPr>
            <p:ph type="ctrTitle"/>
          </p:nvPr>
        </p:nvSpPr>
        <p:spPr/>
        <p:txBody>
          <a:bodyPr>
            <a:normAutofit fontScale="90000"/>
          </a:bodyPr>
          <a:lstStyle/>
          <a:p>
            <a:br>
              <a:rPr lang="en-IN" dirty="0"/>
            </a:br>
            <a:r>
              <a:rPr lang="en-IN" dirty="0"/>
              <a:t> DISPOSABLE MEDICAL ITEMS </a:t>
            </a:r>
          </a:p>
        </p:txBody>
      </p:sp>
      <p:sp>
        <p:nvSpPr>
          <p:cNvPr id="3" name="Subtitle 2">
            <a:extLst>
              <a:ext uri="{FF2B5EF4-FFF2-40B4-BE49-F238E27FC236}">
                <a16:creationId xmlns:a16="http://schemas.microsoft.com/office/drawing/2014/main" id="{B17951ED-DB34-40B2-9D9A-7A0619507DF1}"/>
              </a:ext>
            </a:extLst>
          </p:cNvPr>
          <p:cNvSpPr>
            <a:spLocks noGrp="1"/>
          </p:cNvSpPr>
          <p:nvPr>
            <p:ph type="subTitle" idx="1"/>
          </p:nvPr>
        </p:nvSpPr>
        <p:spPr/>
        <p:txBody>
          <a:bodyPr/>
          <a:lstStyle/>
          <a:p>
            <a:r>
              <a:rPr lang="en-IN" dirty="0"/>
              <a:t>CONTACT : JR ENTERPRISE - AHMEDABAD</a:t>
            </a:r>
          </a:p>
          <a:p>
            <a:r>
              <a:rPr lang="en-IN" dirty="0"/>
              <a:t>RAJESH JHA +91 9724022068</a:t>
            </a:r>
          </a:p>
        </p:txBody>
      </p:sp>
    </p:spTree>
    <p:extLst>
      <p:ext uri="{BB962C8B-B14F-4D97-AF65-F5344CB8AC3E}">
        <p14:creationId xmlns:p14="http://schemas.microsoft.com/office/powerpoint/2010/main" val="209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BCB4-5A97-4459-BFBE-FBD9B12BF8AA}"/>
              </a:ext>
            </a:extLst>
          </p:cNvPr>
          <p:cNvSpPr>
            <a:spLocks noGrp="1"/>
          </p:cNvSpPr>
          <p:nvPr>
            <p:ph type="title"/>
          </p:nvPr>
        </p:nvSpPr>
        <p:spPr>
          <a:xfrm>
            <a:off x="839788" y="751842"/>
            <a:ext cx="3932237" cy="1016000"/>
          </a:xfrm>
        </p:spPr>
        <p:txBody>
          <a:bodyPr>
            <a:normAutofit/>
          </a:bodyPr>
          <a:lstStyle/>
          <a:p>
            <a:r>
              <a:rPr lang="en-US" sz="4400" dirty="0"/>
              <a:t>IR Thermometer</a:t>
            </a:r>
            <a:endParaRPr lang="en-IN" sz="4400" dirty="0"/>
          </a:p>
        </p:txBody>
      </p:sp>
      <p:sp>
        <p:nvSpPr>
          <p:cNvPr id="3" name="Content Placeholder 2">
            <a:extLst>
              <a:ext uri="{FF2B5EF4-FFF2-40B4-BE49-F238E27FC236}">
                <a16:creationId xmlns:a16="http://schemas.microsoft.com/office/drawing/2014/main" id="{7051F85E-C4A9-4750-84DA-F9118E96AA5D}"/>
              </a:ext>
            </a:extLst>
          </p:cNvPr>
          <p:cNvSpPr>
            <a:spLocks noGrp="1"/>
          </p:cNvSpPr>
          <p:nvPr>
            <p:ph idx="1"/>
          </p:nvPr>
        </p:nvSpPr>
        <p:spPr>
          <a:xfrm>
            <a:off x="4903153" y="751842"/>
            <a:ext cx="6683692" cy="5342254"/>
          </a:xfrm>
        </p:spPr>
        <p:txBody>
          <a:bodyPr>
            <a:normAutofit/>
          </a:bodyPr>
          <a:lstStyle/>
          <a:p>
            <a:r>
              <a:rPr lang="en-US" sz="1600" dirty="0"/>
              <a:t>Measurement range：32.0 ~42.2   </a:t>
            </a:r>
          </a:p>
          <a:p>
            <a:r>
              <a:rPr lang="en-US" sz="1600" dirty="0"/>
              <a:t> Permissible error： ±0.2 （35.0 ~42.0 ） </a:t>
            </a:r>
          </a:p>
          <a:p>
            <a:r>
              <a:rPr lang="en-US" sz="1600" dirty="0"/>
              <a:t>  ±0.3 （32.0 ~34.9 及42.1 ~42.2 ）  </a:t>
            </a:r>
          </a:p>
          <a:p>
            <a:r>
              <a:rPr lang="en-US" sz="1600" dirty="0"/>
              <a:t>Memory function： 32 sets of memory queries  </a:t>
            </a:r>
          </a:p>
          <a:p>
            <a:r>
              <a:rPr lang="en-US" sz="1600" dirty="0"/>
              <a:t>Power Source: AAA Size × 2 (DC 3V)  </a:t>
            </a:r>
          </a:p>
          <a:p>
            <a:r>
              <a:rPr lang="en-US" sz="1600" dirty="0"/>
              <a:t> Dimensions (L×W×H) ：37mm*37mm*138mm  </a:t>
            </a:r>
          </a:p>
          <a:p>
            <a:r>
              <a:rPr lang="en-US" sz="1600" dirty="0"/>
              <a:t> Approx. Weight (without batteries and cuff) ：About 47g  </a:t>
            </a:r>
          </a:p>
          <a:p>
            <a:r>
              <a:rPr lang="en-US" sz="1600" dirty="0"/>
              <a:t> Auto power-off: Not used for about 1 minute </a:t>
            </a:r>
          </a:p>
          <a:p>
            <a:r>
              <a:rPr lang="en-US" sz="1600" dirty="0"/>
              <a:t>Packing: 120pcs per carton 47*41*41cm 10.4kgs/</a:t>
            </a:r>
            <a:r>
              <a:rPr lang="en-US" sz="1600" dirty="0" err="1"/>
              <a:t>ctn</a:t>
            </a:r>
            <a:r>
              <a:rPr lang="en-US" sz="1600" dirty="0"/>
              <a:t> box size 65*45*190mm </a:t>
            </a:r>
          </a:p>
          <a:p>
            <a:r>
              <a:rPr lang="en-US" sz="1600" dirty="0"/>
              <a:t>Lead time: 10-15 Days from confirm order  </a:t>
            </a:r>
          </a:p>
          <a:p>
            <a:r>
              <a:rPr lang="en-US" sz="1600" b="1" dirty="0"/>
              <a:t>Minimum Order Quantity </a:t>
            </a:r>
            <a:r>
              <a:rPr lang="en-US" sz="1600" dirty="0"/>
              <a:t>: - 1000 Pcs</a:t>
            </a:r>
          </a:p>
          <a:p>
            <a:r>
              <a:rPr lang="en-US" sz="1600" b="1" dirty="0"/>
              <a:t>Price per unit Rs</a:t>
            </a:r>
            <a:r>
              <a:rPr lang="en-US" sz="1600" dirty="0"/>
              <a:t>- 5300 /- Ex Ahmedabad</a:t>
            </a:r>
          </a:p>
          <a:p>
            <a:r>
              <a:rPr lang="en-US" sz="1600" b="1" dirty="0"/>
              <a:t>Payment Terms</a:t>
            </a:r>
            <a:r>
              <a:rPr lang="en-US" sz="1600" dirty="0"/>
              <a:t>: - 100% Advance to Confirm the order due to High Demand.</a:t>
            </a:r>
          </a:p>
        </p:txBody>
      </p:sp>
      <p:pic>
        <p:nvPicPr>
          <p:cNvPr id="68" name="Picture 67">
            <a:extLst>
              <a:ext uri="{FF2B5EF4-FFF2-40B4-BE49-F238E27FC236}">
                <a16:creationId xmlns:a16="http://schemas.microsoft.com/office/drawing/2014/main" id="{E6B59983-583E-41CD-8B82-15E88E652545}"/>
              </a:ext>
            </a:extLst>
          </p:cNvPr>
          <p:cNvPicPr/>
          <p:nvPr/>
        </p:nvPicPr>
        <p:blipFill>
          <a:blip r:embed="rId2"/>
          <a:stretch>
            <a:fillRect/>
          </a:stretch>
        </p:blipFill>
        <p:spPr>
          <a:xfrm>
            <a:off x="605155" y="1962784"/>
            <a:ext cx="4166870" cy="4438015"/>
          </a:xfrm>
          <a:prstGeom prst="rect">
            <a:avLst/>
          </a:prstGeom>
        </p:spPr>
      </p:pic>
      <p:sp>
        <p:nvSpPr>
          <p:cNvPr id="69" name="Subtitle 2">
            <a:extLst>
              <a:ext uri="{FF2B5EF4-FFF2-40B4-BE49-F238E27FC236}">
                <a16:creationId xmlns:a16="http://schemas.microsoft.com/office/drawing/2014/main" id="{0C3EEBE6-9166-4218-945B-7CEF635FBD5C}"/>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spTree>
    <p:extLst>
      <p:ext uri="{BB962C8B-B14F-4D97-AF65-F5344CB8AC3E}">
        <p14:creationId xmlns:p14="http://schemas.microsoft.com/office/powerpoint/2010/main" val="1148711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744B-96F4-4CEA-867C-6A15E53E727E}"/>
              </a:ext>
            </a:extLst>
          </p:cNvPr>
          <p:cNvSpPr>
            <a:spLocks noGrp="1"/>
          </p:cNvSpPr>
          <p:nvPr>
            <p:ph type="title"/>
          </p:nvPr>
        </p:nvSpPr>
        <p:spPr>
          <a:xfrm>
            <a:off x="839788" y="457200"/>
            <a:ext cx="3932237" cy="1137920"/>
          </a:xfrm>
        </p:spPr>
        <p:txBody>
          <a:bodyPr/>
          <a:lstStyle/>
          <a:p>
            <a:r>
              <a:rPr lang="en-IN" dirty="0"/>
              <a:t>3 Ply Mask</a:t>
            </a:r>
          </a:p>
        </p:txBody>
      </p:sp>
      <p:sp>
        <p:nvSpPr>
          <p:cNvPr id="3" name="Content Placeholder 2">
            <a:extLst>
              <a:ext uri="{FF2B5EF4-FFF2-40B4-BE49-F238E27FC236}">
                <a16:creationId xmlns:a16="http://schemas.microsoft.com/office/drawing/2014/main" id="{242BB85C-4BD2-4F7D-B283-96B6E8B57AF7}"/>
              </a:ext>
            </a:extLst>
          </p:cNvPr>
          <p:cNvSpPr>
            <a:spLocks noGrp="1"/>
          </p:cNvSpPr>
          <p:nvPr>
            <p:ph idx="1"/>
          </p:nvPr>
        </p:nvSpPr>
        <p:spPr>
          <a:xfrm>
            <a:off x="5183188" y="741681"/>
            <a:ext cx="6338252" cy="5212080"/>
          </a:xfrm>
        </p:spPr>
        <p:txBody>
          <a:bodyPr>
            <a:normAutofit/>
          </a:bodyPr>
          <a:lstStyle/>
          <a:p>
            <a:pPr lvl="0" fontAlgn="base"/>
            <a:r>
              <a:rPr lang="en-IN" sz="1600" dirty="0"/>
              <a:t>Provide users with an excellent protective barrier. </a:t>
            </a:r>
          </a:p>
          <a:p>
            <a:pPr lvl="0" fontAlgn="base"/>
            <a:r>
              <a:rPr lang="en-IN" sz="1600" dirty="0"/>
              <a:t>Masks are made with 3-ply construction with melt blow Filter. </a:t>
            </a:r>
          </a:p>
          <a:p>
            <a:pPr lvl="0" fontAlgn="base"/>
            <a:r>
              <a:rPr lang="en-IN" sz="1600" dirty="0"/>
              <a:t>3 layers 0f 18-20 gsm each. </a:t>
            </a:r>
          </a:p>
          <a:p>
            <a:pPr lvl="0" fontAlgn="base"/>
            <a:r>
              <a:rPr lang="en-IN" sz="1600" dirty="0"/>
              <a:t>Providing bacterial filtration properties that exceed the minimum requirements of the European Type II standard. </a:t>
            </a:r>
          </a:p>
          <a:p>
            <a:pPr lvl="0" fontAlgn="base"/>
            <a:r>
              <a:rPr lang="en-IN" sz="1600" dirty="0"/>
              <a:t>Easily slide over the ear with a soft elastic rubber sting which holds the mask securely to the wearer. </a:t>
            </a:r>
          </a:p>
          <a:p>
            <a:r>
              <a:rPr lang="en-IN" sz="1600" b="1" dirty="0"/>
              <a:t>Unit Size 	</a:t>
            </a:r>
            <a:r>
              <a:rPr lang="en-IN" sz="1600" dirty="0"/>
              <a:t>100 Mask /pack </a:t>
            </a:r>
          </a:p>
          <a:p>
            <a:r>
              <a:rPr lang="en-IN" sz="1600" b="1" dirty="0"/>
              <a:t>Date of expiry </a:t>
            </a:r>
            <a:r>
              <a:rPr lang="en-IN" sz="1600" dirty="0"/>
              <a:t>3 years </a:t>
            </a:r>
          </a:p>
          <a:p>
            <a:r>
              <a:rPr lang="en-IN" sz="1600" b="1" dirty="0"/>
              <a:t>Lead time: </a:t>
            </a:r>
            <a:r>
              <a:rPr lang="en-IN" sz="1600" dirty="0"/>
              <a:t>3-5 Days from confirm order</a:t>
            </a:r>
            <a:r>
              <a:rPr lang="en-IN" sz="1600" b="1" dirty="0"/>
              <a:t>. </a:t>
            </a:r>
          </a:p>
          <a:p>
            <a:r>
              <a:rPr lang="en-IN" sz="1600" b="1" dirty="0"/>
              <a:t>Minimum Order Quantity : - </a:t>
            </a:r>
            <a:r>
              <a:rPr lang="en-IN" sz="1600" dirty="0"/>
              <a:t>2 lakh Pcs</a:t>
            </a:r>
          </a:p>
          <a:p>
            <a:r>
              <a:rPr lang="en-IN" sz="1600" b="1" dirty="0"/>
              <a:t>Price per Pack</a:t>
            </a:r>
            <a:r>
              <a:rPr lang="en-IN" sz="1600" dirty="0"/>
              <a:t> Rs-: 800 /- Ex Ahmedabad  </a:t>
            </a:r>
          </a:p>
          <a:p>
            <a:r>
              <a:rPr lang="en-IN" sz="1600" b="1" dirty="0"/>
              <a:t>Payment terms: -</a:t>
            </a:r>
            <a:r>
              <a:rPr lang="en-IN" sz="1600" dirty="0"/>
              <a:t> 100% Advance due to High Demand</a:t>
            </a:r>
          </a:p>
        </p:txBody>
      </p:sp>
      <p:pic>
        <p:nvPicPr>
          <p:cNvPr id="5" name="Picture 4">
            <a:extLst>
              <a:ext uri="{FF2B5EF4-FFF2-40B4-BE49-F238E27FC236}">
                <a16:creationId xmlns:a16="http://schemas.microsoft.com/office/drawing/2014/main" id="{BFF45170-02FD-4D2C-8F8A-270329329908}"/>
              </a:ext>
            </a:extLst>
          </p:cNvPr>
          <p:cNvPicPr/>
          <p:nvPr/>
        </p:nvPicPr>
        <p:blipFill>
          <a:blip r:embed="rId2"/>
          <a:stretch>
            <a:fillRect/>
          </a:stretch>
        </p:blipFill>
        <p:spPr>
          <a:xfrm>
            <a:off x="428624" y="2123440"/>
            <a:ext cx="4754563" cy="2926080"/>
          </a:xfrm>
          <a:prstGeom prst="rect">
            <a:avLst/>
          </a:prstGeom>
        </p:spPr>
      </p:pic>
      <p:sp>
        <p:nvSpPr>
          <p:cNvPr id="6" name="Subtitle 2">
            <a:extLst>
              <a:ext uri="{FF2B5EF4-FFF2-40B4-BE49-F238E27FC236}">
                <a16:creationId xmlns:a16="http://schemas.microsoft.com/office/drawing/2014/main" id="{428D0B43-A114-428C-A63C-78BF1F271B93}"/>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spTree>
    <p:extLst>
      <p:ext uri="{BB962C8B-B14F-4D97-AF65-F5344CB8AC3E}">
        <p14:creationId xmlns:p14="http://schemas.microsoft.com/office/powerpoint/2010/main" val="14045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EF1C-629E-454E-AC14-7C4EBD736F68}"/>
              </a:ext>
            </a:extLst>
          </p:cNvPr>
          <p:cNvSpPr>
            <a:spLocks noGrp="1"/>
          </p:cNvSpPr>
          <p:nvPr>
            <p:ph type="title"/>
          </p:nvPr>
        </p:nvSpPr>
        <p:spPr>
          <a:xfrm>
            <a:off x="839788" y="457200"/>
            <a:ext cx="3932237" cy="1168400"/>
          </a:xfrm>
        </p:spPr>
        <p:txBody>
          <a:bodyPr>
            <a:normAutofit/>
          </a:bodyPr>
          <a:lstStyle/>
          <a:p>
            <a:r>
              <a:rPr lang="en-IN" b="1" u="sng" dirty="0"/>
              <a:t>Personal Protection Kit (PP Kit)</a:t>
            </a:r>
            <a:r>
              <a:rPr lang="en-IN" b="1" dirty="0"/>
              <a:t> </a:t>
            </a:r>
            <a:endParaRPr lang="en-IN" dirty="0"/>
          </a:p>
        </p:txBody>
      </p:sp>
      <p:sp>
        <p:nvSpPr>
          <p:cNvPr id="3" name="Content Placeholder 2">
            <a:extLst>
              <a:ext uri="{FF2B5EF4-FFF2-40B4-BE49-F238E27FC236}">
                <a16:creationId xmlns:a16="http://schemas.microsoft.com/office/drawing/2014/main" id="{C83C818A-3BC3-48CD-857D-11F4E14D32DA}"/>
              </a:ext>
            </a:extLst>
          </p:cNvPr>
          <p:cNvSpPr>
            <a:spLocks noGrp="1"/>
          </p:cNvSpPr>
          <p:nvPr>
            <p:ph idx="1"/>
          </p:nvPr>
        </p:nvSpPr>
        <p:spPr>
          <a:xfrm>
            <a:off x="5183188" y="721361"/>
            <a:ext cx="6683692" cy="5892800"/>
          </a:xfrm>
        </p:spPr>
        <p:txBody>
          <a:bodyPr>
            <a:normAutofit/>
          </a:bodyPr>
          <a:lstStyle/>
          <a:p>
            <a:r>
              <a:rPr lang="en-IN" sz="1600" b="1" dirty="0"/>
              <a:t>Product Description : </a:t>
            </a:r>
            <a:r>
              <a:rPr lang="en-IN" sz="1600" dirty="0"/>
              <a:t>This complete Personal Protection Kit is packaged in a clear bag and can be stored in a one case. The kit contains all necessary components to insure officer protection in one convenient package. Based on the skills of our adroit professionals and creative workers, we bring forth an extensive range of </a:t>
            </a:r>
            <a:r>
              <a:rPr lang="en-IN" sz="1600" b="1" dirty="0"/>
              <a:t>Personal Protection Kit</a:t>
            </a:r>
            <a:r>
              <a:rPr lang="en-IN" sz="1600" dirty="0"/>
              <a:t>. Owing to features like fine finish, durability and easy installation, the offered products are extensively demanded in the market. A team of our adept professionals with hard-earned experience manufacture the offered range using high grade raw material and the latest technology. </a:t>
            </a:r>
          </a:p>
          <a:p>
            <a:r>
              <a:rPr lang="en-IN" sz="1600" dirty="0"/>
              <a:t> </a:t>
            </a:r>
            <a:r>
              <a:rPr lang="en-IN" sz="1600" b="1" dirty="0"/>
              <a:t>Features:</a:t>
            </a:r>
            <a:r>
              <a:rPr lang="en-IN" sz="1600" dirty="0"/>
              <a:t> : Light weight  ; Dimensional accuracy ; Compact ; Non-woven, 80 gsm  </a:t>
            </a:r>
          </a:p>
          <a:p>
            <a:r>
              <a:rPr lang="en-IN" sz="1600" b="1" dirty="0"/>
              <a:t>Kit Contents:</a:t>
            </a:r>
            <a:r>
              <a:rPr lang="en-IN" sz="1600" dirty="0"/>
              <a:t>  : Coverall w/hood ; Pair of Anti-Skid Shoe/ Boot Covers  ; Pair of Latex Gloves  ; Protective Safety Goggles  ; 3ply Mask  ; Biohazard Disposal Bag </a:t>
            </a:r>
          </a:p>
          <a:p>
            <a:r>
              <a:rPr lang="en-IN" sz="1600" b="1" dirty="0"/>
              <a:t>Lead time: </a:t>
            </a:r>
            <a:r>
              <a:rPr lang="en-IN" sz="1600" dirty="0"/>
              <a:t>5 -7  Days from confirm order</a:t>
            </a:r>
            <a:r>
              <a:rPr lang="en-IN" sz="1600" b="1" dirty="0"/>
              <a:t>  </a:t>
            </a:r>
            <a:endParaRPr lang="en-IN" sz="1600" dirty="0"/>
          </a:p>
          <a:p>
            <a:r>
              <a:rPr lang="en-IN" sz="1600" b="1" dirty="0"/>
              <a:t>Minimum Order Quantity: - </a:t>
            </a:r>
            <a:r>
              <a:rPr lang="en-IN" sz="1600" dirty="0"/>
              <a:t>10,000 Pcs  </a:t>
            </a:r>
          </a:p>
          <a:p>
            <a:r>
              <a:rPr lang="en-IN" sz="1600" b="1" dirty="0"/>
              <a:t>Price per unit</a:t>
            </a:r>
            <a:r>
              <a:rPr lang="en-IN" sz="1600" dirty="0"/>
              <a:t> Rs-: 1000 /-</a:t>
            </a:r>
          </a:p>
          <a:p>
            <a:r>
              <a:rPr lang="en-IN" sz="1600" b="1" dirty="0"/>
              <a:t>Payment terms: -</a:t>
            </a:r>
            <a:r>
              <a:rPr lang="en-IN" sz="1600" dirty="0"/>
              <a:t> 100% Advance due to High Demand</a:t>
            </a:r>
          </a:p>
        </p:txBody>
      </p:sp>
      <p:pic>
        <p:nvPicPr>
          <p:cNvPr id="5" name="Picture 4">
            <a:extLst>
              <a:ext uri="{FF2B5EF4-FFF2-40B4-BE49-F238E27FC236}">
                <a16:creationId xmlns:a16="http://schemas.microsoft.com/office/drawing/2014/main" id="{7C4D9F4D-9363-4930-889D-6B59E667F606}"/>
              </a:ext>
            </a:extLst>
          </p:cNvPr>
          <p:cNvPicPr/>
          <p:nvPr/>
        </p:nvPicPr>
        <p:blipFill>
          <a:blip r:embed="rId2"/>
          <a:stretch>
            <a:fillRect/>
          </a:stretch>
        </p:blipFill>
        <p:spPr>
          <a:xfrm>
            <a:off x="99060" y="1625600"/>
            <a:ext cx="5163820" cy="4693920"/>
          </a:xfrm>
          <a:prstGeom prst="rect">
            <a:avLst/>
          </a:prstGeom>
        </p:spPr>
      </p:pic>
      <p:sp>
        <p:nvSpPr>
          <p:cNvPr id="6" name="Subtitle 2">
            <a:extLst>
              <a:ext uri="{FF2B5EF4-FFF2-40B4-BE49-F238E27FC236}">
                <a16:creationId xmlns:a16="http://schemas.microsoft.com/office/drawing/2014/main" id="{75DD400F-F888-4EB3-927C-633D1F6BC024}"/>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spTree>
    <p:extLst>
      <p:ext uri="{BB962C8B-B14F-4D97-AF65-F5344CB8AC3E}">
        <p14:creationId xmlns:p14="http://schemas.microsoft.com/office/powerpoint/2010/main" val="4236920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723BB-D329-4A5C-A5EF-3B0AA4383310}"/>
              </a:ext>
            </a:extLst>
          </p:cNvPr>
          <p:cNvSpPr>
            <a:spLocks noGrp="1"/>
          </p:cNvSpPr>
          <p:nvPr>
            <p:ph type="title"/>
          </p:nvPr>
        </p:nvSpPr>
        <p:spPr>
          <a:xfrm>
            <a:off x="839788" y="457200"/>
            <a:ext cx="3932237" cy="1137920"/>
          </a:xfrm>
        </p:spPr>
        <p:txBody>
          <a:bodyPr/>
          <a:lstStyle/>
          <a:p>
            <a:r>
              <a:rPr lang="en-IN" b="1" u="sng" dirty="0"/>
              <a:t>Body suit</a:t>
            </a:r>
            <a:r>
              <a:rPr lang="en-IN" b="1" dirty="0"/>
              <a:t>, Fluid-Resistant Gown </a:t>
            </a:r>
            <a:endParaRPr lang="en-IN" dirty="0"/>
          </a:p>
        </p:txBody>
      </p:sp>
      <p:sp>
        <p:nvSpPr>
          <p:cNvPr id="3" name="Content Placeholder 2">
            <a:extLst>
              <a:ext uri="{FF2B5EF4-FFF2-40B4-BE49-F238E27FC236}">
                <a16:creationId xmlns:a16="http://schemas.microsoft.com/office/drawing/2014/main" id="{9AF20E63-D156-49F1-A496-A92060942440}"/>
              </a:ext>
            </a:extLst>
          </p:cNvPr>
          <p:cNvSpPr>
            <a:spLocks noGrp="1"/>
          </p:cNvSpPr>
          <p:nvPr>
            <p:ph idx="1"/>
          </p:nvPr>
        </p:nvSpPr>
        <p:spPr/>
        <p:txBody>
          <a:bodyPr>
            <a:normAutofit fontScale="92500" lnSpcReduction="10000"/>
          </a:bodyPr>
          <a:lstStyle/>
          <a:p>
            <a:r>
              <a:rPr lang="en-IN" b="1" dirty="0"/>
              <a:t>Product Description </a:t>
            </a:r>
            <a:endParaRPr lang="en-IN" dirty="0"/>
          </a:p>
          <a:p>
            <a:r>
              <a:rPr lang="en-IN" dirty="0"/>
              <a:t>Hooded Coverall </a:t>
            </a:r>
            <a:r>
              <a:rPr lang="en-IN" b="1" dirty="0"/>
              <a:t>Features: </a:t>
            </a:r>
            <a:endParaRPr lang="en-IN" dirty="0"/>
          </a:p>
          <a:p>
            <a:pPr lvl="0" fontAlgn="base"/>
            <a:r>
              <a:rPr lang="en-IN" dirty="0"/>
              <a:t>Light weight </a:t>
            </a:r>
          </a:p>
          <a:p>
            <a:pPr lvl="0" fontAlgn="base"/>
            <a:r>
              <a:rPr lang="en-IN" dirty="0"/>
              <a:t>Dimensional accuracy </a:t>
            </a:r>
          </a:p>
          <a:p>
            <a:pPr lvl="0" fontAlgn="base"/>
            <a:r>
              <a:rPr lang="en-IN" dirty="0"/>
              <a:t>Compact </a:t>
            </a:r>
          </a:p>
          <a:p>
            <a:pPr lvl="0" fontAlgn="base"/>
            <a:r>
              <a:rPr lang="en-IN" dirty="0"/>
              <a:t>Non-woven, 80 gsm </a:t>
            </a:r>
          </a:p>
          <a:p>
            <a:r>
              <a:rPr lang="en-IN" b="1" dirty="0"/>
              <a:t> Lead time: </a:t>
            </a:r>
            <a:r>
              <a:rPr lang="en-IN" dirty="0"/>
              <a:t>2-3 Days from confirm order</a:t>
            </a:r>
            <a:r>
              <a:rPr lang="en-IN" b="1" dirty="0"/>
              <a:t>  </a:t>
            </a:r>
            <a:endParaRPr lang="en-IN" dirty="0"/>
          </a:p>
          <a:p>
            <a:r>
              <a:rPr lang="en-IN" b="1" dirty="0"/>
              <a:t>Minimum Order Quantity : - 5</a:t>
            </a:r>
            <a:r>
              <a:rPr lang="en-IN" dirty="0"/>
              <a:t>0,000 Pcs</a:t>
            </a:r>
          </a:p>
          <a:p>
            <a:r>
              <a:rPr lang="en-IN" b="1" dirty="0"/>
              <a:t>Price per unit</a:t>
            </a:r>
            <a:r>
              <a:rPr lang="en-IN" dirty="0"/>
              <a:t> Rs-: 600/- Ex Ahmedabad. </a:t>
            </a:r>
          </a:p>
          <a:p>
            <a:r>
              <a:rPr lang="en-IN" b="1" dirty="0"/>
              <a:t>Payment terms:</a:t>
            </a:r>
            <a:r>
              <a:rPr lang="en-IN" dirty="0"/>
              <a:t> - 100% Advance due to High Demand. </a:t>
            </a:r>
          </a:p>
          <a:p>
            <a:endParaRPr lang="en-IN" dirty="0"/>
          </a:p>
        </p:txBody>
      </p:sp>
      <p:sp>
        <p:nvSpPr>
          <p:cNvPr id="4" name="Text Placeholder 3">
            <a:extLst>
              <a:ext uri="{FF2B5EF4-FFF2-40B4-BE49-F238E27FC236}">
                <a16:creationId xmlns:a16="http://schemas.microsoft.com/office/drawing/2014/main" id="{39AE7026-3BA8-49E7-BF6F-DFC1562744F4}"/>
              </a:ext>
            </a:extLst>
          </p:cNvPr>
          <p:cNvSpPr>
            <a:spLocks noGrp="1"/>
          </p:cNvSpPr>
          <p:nvPr>
            <p:ph type="body" sz="half" idx="2"/>
          </p:nvPr>
        </p:nvSpPr>
        <p:spPr/>
        <p:txBody>
          <a:bodyPr/>
          <a:lstStyle/>
          <a:p>
            <a:endParaRPr lang="en-IN" dirty="0"/>
          </a:p>
        </p:txBody>
      </p:sp>
      <p:pic>
        <p:nvPicPr>
          <p:cNvPr id="5" name="Picture 4">
            <a:extLst>
              <a:ext uri="{FF2B5EF4-FFF2-40B4-BE49-F238E27FC236}">
                <a16:creationId xmlns:a16="http://schemas.microsoft.com/office/drawing/2014/main" id="{D1AAD043-5C49-4555-B3B4-D269830537E4}"/>
              </a:ext>
            </a:extLst>
          </p:cNvPr>
          <p:cNvPicPr/>
          <p:nvPr/>
        </p:nvPicPr>
        <p:blipFill>
          <a:blip r:embed="rId2">
            <a:extLst>
              <a:ext uri="{28A0092B-C50C-407E-A947-70E740481C1C}">
                <a14:useLocalDpi xmlns:a14="http://schemas.microsoft.com/office/drawing/2010/main" val="0"/>
              </a:ext>
            </a:extLst>
          </a:blip>
          <a:srcRect/>
          <a:stretch/>
        </p:blipFill>
        <p:spPr>
          <a:xfrm>
            <a:off x="740410" y="1524000"/>
            <a:ext cx="4693920" cy="4693920"/>
          </a:xfrm>
          <a:prstGeom prst="rect">
            <a:avLst/>
          </a:prstGeom>
        </p:spPr>
      </p:pic>
      <p:sp>
        <p:nvSpPr>
          <p:cNvPr id="6" name="Subtitle 2">
            <a:extLst>
              <a:ext uri="{FF2B5EF4-FFF2-40B4-BE49-F238E27FC236}">
                <a16:creationId xmlns:a16="http://schemas.microsoft.com/office/drawing/2014/main" id="{BF43850E-6E7A-4553-93F6-BFB08E0FB108}"/>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spTree>
    <p:extLst>
      <p:ext uri="{BB962C8B-B14F-4D97-AF65-F5344CB8AC3E}">
        <p14:creationId xmlns:p14="http://schemas.microsoft.com/office/powerpoint/2010/main" val="3766473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11AA-EB23-4F1B-BFFE-0B28110E6680}"/>
              </a:ext>
            </a:extLst>
          </p:cNvPr>
          <p:cNvSpPr>
            <a:spLocks noGrp="1"/>
          </p:cNvSpPr>
          <p:nvPr>
            <p:ph type="title"/>
          </p:nvPr>
        </p:nvSpPr>
        <p:spPr>
          <a:xfrm>
            <a:off x="839788" y="457200"/>
            <a:ext cx="3932237" cy="1188720"/>
          </a:xfrm>
        </p:spPr>
        <p:txBody>
          <a:bodyPr>
            <a:normAutofit/>
          </a:bodyPr>
          <a:lstStyle/>
          <a:p>
            <a:r>
              <a:rPr lang="en-IN" b="1" u="sng" dirty="0"/>
              <a:t>Medical use Inner and Outer Nitrile gloves:</a:t>
            </a:r>
            <a:endParaRPr lang="en-IN" dirty="0"/>
          </a:p>
        </p:txBody>
      </p:sp>
      <p:sp>
        <p:nvSpPr>
          <p:cNvPr id="3" name="Content Placeholder 2">
            <a:extLst>
              <a:ext uri="{FF2B5EF4-FFF2-40B4-BE49-F238E27FC236}">
                <a16:creationId xmlns:a16="http://schemas.microsoft.com/office/drawing/2014/main" id="{1ECCF4E5-F1E1-4F4B-8CBA-195862831838}"/>
              </a:ext>
            </a:extLst>
          </p:cNvPr>
          <p:cNvSpPr>
            <a:spLocks noGrp="1"/>
          </p:cNvSpPr>
          <p:nvPr>
            <p:ph idx="1"/>
          </p:nvPr>
        </p:nvSpPr>
        <p:spPr/>
        <p:txBody>
          <a:bodyPr>
            <a:normAutofit fontScale="85000" lnSpcReduction="20000"/>
          </a:bodyPr>
          <a:lstStyle/>
          <a:p>
            <a:r>
              <a:rPr lang="en-IN" b="1" u="sng" dirty="0"/>
              <a:t>Medical use Inner and Outer Nitrile gloves:</a:t>
            </a:r>
            <a:r>
              <a:rPr lang="en-IN" b="1" dirty="0"/>
              <a:t> </a:t>
            </a:r>
            <a:endParaRPr lang="en-IN" dirty="0"/>
          </a:p>
          <a:p>
            <a:r>
              <a:rPr lang="en-IN" dirty="0"/>
              <a:t>Ultra-Soft to minimize stress. </a:t>
            </a:r>
          </a:p>
          <a:p>
            <a:r>
              <a:rPr lang="en-IN" dirty="0"/>
              <a:t>100% Latex Free. </a:t>
            </a:r>
          </a:p>
          <a:p>
            <a:r>
              <a:rPr lang="en-IN" dirty="0"/>
              <a:t>Powder Free. Non-sterile. </a:t>
            </a:r>
          </a:p>
          <a:p>
            <a:r>
              <a:rPr lang="en-IN" dirty="0"/>
              <a:t>Stronger. Meets/exceeds NFPA requirements. </a:t>
            </a:r>
          </a:p>
          <a:p>
            <a:r>
              <a:rPr lang="en-IN" dirty="0"/>
              <a:t>Tested using medical level standard. </a:t>
            </a:r>
          </a:p>
          <a:p>
            <a:r>
              <a:rPr lang="en-IN" dirty="0"/>
              <a:t>Light yellow </a:t>
            </a:r>
            <a:r>
              <a:rPr lang="en-IN" dirty="0" err="1"/>
              <a:t>color</a:t>
            </a:r>
            <a:r>
              <a:rPr lang="en-IN" dirty="0"/>
              <a:t>. </a:t>
            </a:r>
          </a:p>
          <a:p>
            <a:r>
              <a:rPr lang="en-IN" dirty="0"/>
              <a:t>100/box, 10 boxes/case. </a:t>
            </a:r>
          </a:p>
          <a:p>
            <a:r>
              <a:rPr lang="en-IN" b="1" dirty="0"/>
              <a:t>Lead time: </a:t>
            </a:r>
            <a:r>
              <a:rPr lang="en-IN" dirty="0"/>
              <a:t>5-7 Days from confirm order</a:t>
            </a:r>
            <a:r>
              <a:rPr lang="en-IN" b="1" dirty="0"/>
              <a:t>  </a:t>
            </a:r>
            <a:endParaRPr lang="en-IN" dirty="0"/>
          </a:p>
          <a:p>
            <a:r>
              <a:rPr lang="en-IN" b="1" dirty="0"/>
              <a:t>Minimum Order Quantity: - 2,00,000 Pcs</a:t>
            </a:r>
            <a:endParaRPr lang="en-IN" dirty="0"/>
          </a:p>
          <a:p>
            <a:r>
              <a:rPr lang="en-IN" b="1" dirty="0"/>
              <a:t>Price per pcs : </a:t>
            </a:r>
            <a:r>
              <a:rPr lang="en-IN" dirty="0"/>
              <a:t> Rs 12 /-</a:t>
            </a:r>
          </a:p>
          <a:p>
            <a:r>
              <a:rPr lang="en-IN" b="1" dirty="0"/>
              <a:t>Payment terms:</a:t>
            </a:r>
            <a:r>
              <a:rPr lang="en-IN" dirty="0"/>
              <a:t> - 100% Advance due to High Demand</a:t>
            </a:r>
          </a:p>
        </p:txBody>
      </p:sp>
      <p:sp>
        <p:nvSpPr>
          <p:cNvPr id="5" name="Subtitle 2">
            <a:extLst>
              <a:ext uri="{FF2B5EF4-FFF2-40B4-BE49-F238E27FC236}">
                <a16:creationId xmlns:a16="http://schemas.microsoft.com/office/drawing/2014/main" id="{8010C567-846F-4338-8BAA-909876C41B8B}"/>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pic>
        <p:nvPicPr>
          <p:cNvPr id="7" name="Picture 6">
            <a:extLst>
              <a:ext uri="{FF2B5EF4-FFF2-40B4-BE49-F238E27FC236}">
                <a16:creationId xmlns:a16="http://schemas.microsoft.com/office/drawing/2014/main" id="{B31D3796-8135-48CA-BEAA-A29B8E9F16E8}"/>
              </a:ext>
            </a:extLst>
          </p:cNvPr>
          <p:cNvPicPr>
            <a:picLocks noChangeAspect="1"/>
          </p:cNvPicPr>
          <p:nvPr/>
        </p:nvPicPr>
        <p:blipFill rotWithShape="1">
          <a:blip r:embed="rId2">
            <a:extLst>
              <a:ext uri="{28A0092B-C50C-407E-A947-70E740481C1C}">
                <a14:useLocalDpi xmlns:a14="http://schemas.microsoft.com/office/drawing/2010/main" val="0"/>
              </a:ext>
            </a:extLst>
          </a:blip>
          <a:srcRect l="13128" t="12997" r="17780" b="9277"/>
          <a:stretch/>
        </p:blipFill>
        <p:spPr>
          <a:xfrm rot="16200000">
            <a:off x="1869846" y="1405870"/>
            <a:ext cx="2367281" cy="4730363"/>
          </a:xfrm>
          <a:prstGeom prst="rect">
            <a:avLst/>
          </a:prstGeom>
        </p:spPr>
      </p:pic>
    </p:spTree>
    <p:extLst>
      <p:ext uri="{BB962C8B-B14F-4D97-AF65-F5344CB8AC3E}">
        <p14:creationId xmlns:p14="http://schemas.microsoft.com/office/powerpoint/2010/main" val="3283084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2BCE-0FA8-4794-BFBB-F95D4C1E1F13}"/>
              </a:ext>
            </a:extLst>
          </p:cNvPr>
          <p:cNvSpPr>
            <a:spLocks noGrp="1"/>
          </p:cNvSpPr>
          <p:nvPr>
            <p:ph type="title"/>
          </p:nvPr>
        </p:nvSpPr>
        <p:spPr>
          <a:xfrm>
            <a:off x="253999" y="-1"/>
            <a:ext cx="11261725" cy="532765"/>
          </a:xfrm>
        </p:spPr>
        <p:txBody>
          <a:bodyPr>
            <a:normAutofit/>
          </a:bodyPr>
          <a:lstStyle/>
          <a:p>
            <a:r>
              <a:rPr lang="en-IN" b="1" u="sng" dirty="0" err="1"/>
              <a:t>Acco</a:t>
            </a:r>
            <a:r>
              <a:rPr lang="en-IN" b="1" u="sng" dirty="0"/>
              <a:t> COVID-19 IgM/IgG Rapid Test Kit</a:t>
            </a:r>
          </a:p>
        </p:txBody>
      </p:sp>
      <p:sp>
        <p:nvSpPr>
          <p:cNvPr id="3" name="Content Placeholder 2">
            <a:extLst>
              <a:ext uri="{FF2B5EF4-FFF2-40B4-BE49-F238E27FC236}">
                <a16:creationId xmlns:a16="http://schemas.microsoft.com/office/drawing/2014/main" id="{4F7DE8E3-AE37-48F8-A0C8-57A30EFE18A3}"/>
              </a:ext>
            </a:extLst>
          </p:cNvPr>
          <p:cNvSpPr>
            <a:spLocks noGrp="1"/>
          </p:cNvSpPr>
          <p:nvPr>
            <p:ph idx="1"/>
          </p:nvPr>
        </p:nvSpPr>
        <p:spPr>
          <a:xfrm>
            <a:off x="5183188" y="987425"/>
            <a:ext cx="6206172" cy="5143499"/>
          </a:xfrm>
        </p:spPr>
        <p:txBody>
          <a:bodyPr>
            <a:normAutofit fontScale="85000" lnSpcReduction="10000"/>
          </a:bodyPr>
          <a:lstStyle/>
          <a:p>
            <a:r>
              <a:rPr lang="en-IN" sz="2000" b="1" dirty="0"/>
              <a:t>Intended use : </a:t>
            </a:r>
            <a:r>
              <a:rPr lang="en-IN" sz="2000" dirty="0" err="1"/>
              <a:t>Acco</a:t>
            </a:r>
            <a:r>
              <a:rPr lang="en-IN" sz="2000" dirty="0"/>
              <a:t> COVID-19 IgM/IgG device is a chromatographic immunoassay kit for the rapid and differential detection of immunoglobulin M (</a:t>
            </a:r>
            <a:r>
              <a:rPr lang="en-IN" sz="2000" dirty="0" err="1"/>
              <a:t>lgM</a:t>
            </a:r>
            <a:r>
              <a:rPr lang="en-IN" sz="2000" dirty="0"/>
              <a:t>) and immunoglobulin G (IgG) against COVID-19 using serum, plasma and whole blood.</a:t>
            </a:r>
          </a:p>
          <a:p>
            <a:r>
              <a:rPr lang="en-IN" sz="2000" b="1" dirty="0"/>
              <a:t>Specifications for this item </a:t>
            </a:r>
          </a:p>
          <a:p>
            <a:r>
              <a:rPr lang="en-IN" sz="2000" b="1" dirty="0"/>
              <a:t>Brand Name </a:t>
            </a:r>
            <a:r>
              <a:rPr lang="en-IN" sz="2000" dirty="0"/>
              <a:t>: </a:t>
            </a:r>
            <a:r>
              <a:rPr lang="en-IN" sz="2000" dirty="0" err="1"/>
              <a:t>Acco</a:t>
            </a:r>
            <a:r>
              <a:rPr lang="en-IN" sz="2000" dirty="0"/>
              <a:t> COVID-19 IgM/IgG </a:t>
            </a:r>
          </a:p>
          <a:p>
            <a:r>
              <a:rPr lang="en-IN" sz="2000" b="1" dirty="0"/>
              <a:t>Unit Size 	</a:t>
            </a:r>
            <a:r>
              <a:rPr lang="en-IN" sz="2000" dirty="0"/>
              <a:t>20 pcs/pack </a:t>
            </a:r>
          </a:p>
          <a:p>
            <a:r>
              <a:rPr lang="en-IN" sz="2000" b="1" dirty="0"/>
              <a:t>Storage and expiration </a:t>
            </a:r>
            <a:endParaRPr lang="en-IN" sz="2000" dirty="0"/>
          </a:p>
          <a:p>
            <a:r>
              <a:rPr lang="en-IN" sz="2000" dirty="0" err="1"/>
              <a:t>Acco</a:t>
            </a:r>
            <a:r>
              <a:rPr lang="en-IN" sz="2000" dirty="0"/>
              <a:t> COVID-19 IgM/IgG should be stored between 2 to 30°C (35.6 to 86°F).  </a:t>
            </a:r>
          </a:p>
          <a:p>
            <a:r>
              <a:rPr lang="en-IN" sz="2000" dirty="0"/>
              <a:t>Expiration date of this kit is 24 months after its manufacture date. </a:t>
            </a:r>
          </a:p>
          <a:p>
            <a:r>
              <a:rPr lang="en-IN" sz="2000" b="1" dirty="0"/>
              <a:t>Lead time: </a:t>
            </a:r>
            <a:r>
              <a:rPr lang="en-IN" sz="2000" dirty="0"/>
              <a:t>3-5 Days from confirm order </a:t>
            </a:r>
            <a:r>
              <a:rPr lang="en-IN" sz="2000" b="1" dirty="0"/>
              <a:t> </a:t>
            </a:r>
            <a:endParaRPr lang="en-IN" sz="2000" dirty="0"/>
          </a:p>
          <a:p>
            <a:r>
              <a:rPr lang="en-IN" sz="2000" b="1" dirty="0"/>
              <a:t>Minimum Order Quantity: 10,000 Kits </a:t>
            </a:r>
            <a:endParaRPr lang="en-IN" sz="2000" dirty="0"/>
          </a:p>
          <a:p>
            <a:r>
              <a:rPr lang="en-IN" sz="2000" b="1" dirty="0"/>
              <a:t>Price per Pack</a:t>
            </a:r>
            <a:r>
              <a:rPr lang="en-IN" sz="2000" dirty="0"/>
              <a:t> Rs-: 30,000 INR/-</a:t>
            </a:r>
          </a:p>
          <a:p>
            <a:r>
              <a:rPr lang="en-IN" sz="2000" b="1" dirty="0"/>
              <a:t>Payment terms: -</a:t>
            </a:r>
            <a:r>
              <a:rPr lang="en-IN" sz="2000" dirty="0"/>
              <a:t> 100% Advance Due to High Demand </a:t>
            </a:r>
          </a:p>
        </p:txBody>
      </p:sp>
      <p:pic>
        <p:nvPicPr>
          <p:cNvPr id="5" name="Picture 4">
            <a:extLst>
              <a:ext uri="{FF2B5EF4-FFF2-40B4-BE49-F238E27FC236}">
                <a16:creationId xmlns:a16="http://schemas.microsoft.com/office/drawing/2014/main" id="{5DC9F09D-83C2-4BF3-94CE-A27FF310A9E4}"/>
              </a:ext>
            </a:extLst>
          </p:cNvPr>
          <p:cNvPicPr/>
          <p:nvPr/>
        </p:nvPicPr>
        <p:blipFill>
          <a:blip r:embed="rId2"/>
          <a:stretch>
            <a:fillRect/>
          </a:stretch>
        </p:blipFill>
        <p:spPr>
          <a:xfrm>
            <a:off x="376555" y="823277"/>
            <a:ext cx="4244975" cy="2468563"/>
          </a:xfrm>
          <a:prstGeom prst="rect">
            <a:avLst/>
          </a:prstGeom>
        </p:spPr>
      </p:pic>
      <p:sp>
        <p:nvSpPr>
          <p:cNvPr id="6" name="Subtitle 2">
            <a:extLst>
              <a:ext uri="{FF2B5EF4-FFF2-40B4-BE49-F238E27FC236}">
                <a16:creationId xmlns:a16="http://schemas.microsoft.com/office/drawing/2014/main" id="{430FCB26-5D54-4C95-B8BA-B4A0DF9836BB}"/>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pic>
        <p:nvPicPr>
          <p:cNvPr id="7" name="Picture 6">
            <a:extLst>
              <a:ext uri="{FF2B5EF4-FFF2-40B4-BE49-F238E27FC236}">
                <a16:creationId xmlns:a16="http://schemas.microsoft.com/office/drawing/2014/main" id="{B3FF208D-2D9C-4CB4-AF77-E60E664F1A94}"/>
              </a:ext>
            </a:extLst>
          </p:cNvPr>
          <p:cNvPicPr/>
          <p:nvPr/>
        </p:nvPicPr>
        <p:blipFill>
          <a:blip r:embed="rId3"/>
          <a:stretch>
            <a:fillRect/>
          </a:stretch>
        </p:blipFill>
        <p:spPr>
          <a:xfrm>
            <a:off x="253999" y="3426777"/>
            <a:ext cx="4490085" cy="1325245"/>
          </a:xfrm>
          <a:prstGeom prst="rect">
            <a:avLst/>
          </a:prstGeom>
        </p:spPr>
      </p:pic>
      <p:pic>
        <p:nvPicPr>
          <p:cNvPr id="8" name="Picture 7">
            <a:extLst>
              <a:ext uri="{FF2B5EF4-FFF2-40B4-BE49-F238E27FC236}">
                <a16:creationId xmlns:a16="http://schemas.microsoft.com/office/drawing/2014/main" id="{E95ACEB1-57D6-4FE3-80C7-7CD6F14E9515}"/>
              </a:ext>
            </a:extLst>
          </p:cNvPr>
          <p:cNvPicPr/>
          <p:nvPr/>
        </p:nvPicPr>
        <p:blipFill>
          <a:blip r:embed="rId4"/>
          <a:stretch>
            <a:fillRect/>
          </a:stretch>
        </p:blipFill>
        <p:spPr>
          <a:xfrm>
            <a:off x="253999" y="4805679"/>
            <a:ext cx="4530726" cy="1325245"/>
          </a:xfrm>
          <a:prstGeom prst="rect">
            <a:avLst/>
          </a:prstGeom>
        </p:spPr>
      </p:pic>
    </p:spTree>
    <p:extLst>
      <p:ext uri="{BB962C8B-B14F-4D97-AF65-F5344CB8AC3E}">
        <p14:creationId xmlns:p14="http://schemas.microsoft.com/office/powerpoint/2010/main" val="3616265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6EEF7-F6C4-43D3-80D4-C9F383A2C4AF}"/>
              </a:ext>
            </a:extLst>
          </p:cNvPr>
          <p:cNvSpPr>
            <a:spLocks noGrp="1"/>
          </p:cNvSpPr>
          <p:nvPr>
            <p:ph type="title"/>
          </p:nvPr>
        </p:nvSpPr>
        <p:spPr>
          <a:xfrm>
            <a:off x="1293810" y="702731"/>
            <a:ext cx="3718455" cy="902549"/>
          </a:xfrm>
        </p:spPr>
        <p:txBody>
          <a:bodyPr>
            <a:noAutofit/>
          </a:bodyPr>
          <a:lstStyle/>
          <a:p>
            <a:r>
              <a:rPr lang="en-IN" sz="2500" dirty="0">
                <a:solidFill>
                  <a:srgbClr val="C00000"/>
                </a:solidFill>
              </a:rPr>
              <a:t>Self Use COVID 19</a:t>
            </a:r>
            <a:br>
              <a:rPr lang="en-IN" sz="2500" dirty="0">
                <a:solidFill>
                  <a:srgbClr val="C00000"/>
                </a:solidFill>
              </a:rPr>
            </a:br>
            <a:r>
              <a:rPr lang="en-IN" sz="2500" dirty="0">
                <a:solidFill>
                  <a:srgbClr val="C00000"/>
                </a:solidFill>
              </a:rPr>
              <a:t>PRE-SCREENING KIT</a:t>
            </a:r>
            <a:endParaRPr lang="en-IN" sz="2500" dirty="0"/>
          </a:p>
        </p:txBody>
      </p:sp>
      <p:sp>
        <p:nvSpPr>
          <p:cNvPr id="3" name="Content Placeholder 2">
            <a:extLst>
              <a:ext uri="{FF2B5EF4-FFF2-40B4-BE49-F238E27FC236}">
                <a16:creationId xmlns:a16="http://schemas.microsoft.com/office/drawing/2014/main" id="{C90C05D6-0EF9-4A0B-B217-EED90DD099A3}"/>
              </a:ext>
            </a:extLst>
          </p:cNvPr>
          <p:cNvSpPr>
            <a:spLocks noGrp="1"/>
          </p:cNvSpPr>
          <p:nvPr>
            <p:ph idx="1"/>
          </p:nvPr>
        </p:nvSpPr>
        <p:spPr/>
        <p:txBody>
          <a:bodyPr>
            <a:normAutofit fontScale="70000" lnSpcReduction="20000"/>
          </a:bodyPr>
          <a:lstStyle/>
          <a:p>
            <a:r>
              <a:rPr lang="en-IN" dirty="0"/>
              <a:t>No lab visits, no doctors</a:t>
            </a:r>
          </a:p>
          <a:p>
            <a:r>
              <a:rPr lang="en-US" dirty="0"/>
              <a:t>Just one finger prick of blood</a:t>
            </a:r>
          </a:p>
          <a:p>
            <a:r>
              <a:rPr lang="en-IN" dirty="0"/>
              <a:t>Very Cost Effective Solution</a:t>
            </a:r>
          </a:p>
          <a:p>
            <a:r>
              <a:rPr lang="en-IN" dirty="0"/>
              <a:t>Benefits of pre-screening</a:t>
            </a:r>
          </a:p>
          <a:p>
            <a:pPr lvl="1"/>
            <a:r>
              <a:rPr lang="en-IN" dirty="0"/>
              <a:t>Exponentially faster</a:t>
            </a:r>
          </a:p>
          <a:p>
            <a:pPr lvl="1"/>
            <a:r>
              <a:rPr lang="en-IN" dirty="0"/>
              <a:t>No Queues, No Wait time for results</a:t>
            </a:r>
          </a:p>
          <a:p>
            <a:pPr lvl="1"/>
            <a:r>
              <a:rPr lang="en-IN" dirty="0"/>
              <a:t>Exponentially more cost effective</a:t>
            </a:r>
          </a:p>
          <a:p>
            <a:pPr lvl="1"/>
            <a:r>
              <a:rPr lang="en-IN" dirty="0"/>
              <a:t>Early Detection &amp; Elimination</a:t>
            </a:r>
          </a:p>
          <a:p>
            <a:pPr lvl="1"/>
            <a:r>
              <a:rPr lang="en-US" dirty="0"/>
              <a:t>Effort less, and accessible to everyone </a:t>
            </a:r>
            <a:r>
              <a:rPr lang="en-IN" dirty="0"/>
              <a:t>nationwide, instantly</a:t>
            </a:r>
          </a:p>
          <a:p>
            <a:pPr lvl="1"/>
            <a:r>
              <a:rPr lang="en-IN" dirty="0"/>
              <a:t>Viable precautionary step</a:t>
            </a:r>
            <a:endParaRPr lang="en-US" sz="1400" dirty="0"/>
          </a:p>
          <a:p>
            <a:r>
              <a:rPr lang="en-IN" b="1" dirty="0"/>
              <a:t>Lead time: </a:t>
            </a:r>
            <a:r>
              <a:rPr lang="en-IN" dirty="0"/>
              <a:t>15 Days from confirm order </a:t>
            </a:r>
            <a:r>
              <a:rPr lang="en-IN" b="1" dirty="0"/>
              <a:t> </a:t>
            </a:r>
            <a:endParaRPr lang="en-IN" dirty="0"/>
          </a:p>
          <a:p>
            <a:r>
              <a:rPr lang="en-IN" b="1" dirty="0"/>
              <a:t>Minimum Order Quantity : 30,000 Kits </a:t>
            </a:r>
            <a:endParaRPr lang="en-IN" dirty="0"/>
          </a:p>
          <a:p>
            <a:r>
              <a:rPr lang="en-IN" b="1" dirty="0"/>
              <a:t>Price Per Kit Unit</a:t>
            </a:r>
            <a:r>
              <a:rPr lang="en-IN" dirty="0"/>
              <a:t> Rs-: 850/-</a:t>
            </a:r>
          </a:p>
          <a:p>
            <a:r>
              <a:rPr lang="en-IN" b="1" dirty="0"/>
              <a:t>Payment Terms: -</a:t>
            </a:r>
            <a:r>
              <a:rPr lang="en-IN" dirty="0"/>
              <a:t> 100% Advance Due to High Demand </a:t>
            </a:r>
          </a:p>
          <a:p>
            <a:endParaRPr lang="en-IN" dirty="0"/>
          </a:p>
        </p:txBody>
      </p:sp>
      <p:pic>
        <p:nvPicPr>
          <p:cNvPr id="5" name="Picture 4">
            <a:extLst>
              <a:ext uri="{FF2B5EF4-FFF2-40B4-BE49-F238E27FC236}">
                <a16:creationId xmlns:a16="http://schemas.microsoft.com/office/drawing/2014/main" id="{BFF33641-AF2A-483F-8330-B1ABE9EE48D7}"/>
              </a:ext>
            </a:extLst>
          </p:cNvPr>
          <p:cNvPicPr>
            <a:picLocks noChangeAspect="1"/>
          </p:cNvPicPr>
          <p:nvPr/>
        </p:nvPicPr>
        <p:blipFill rotWithShape="1">
          <a:blip r:embed="rId2"/>
          <a:srcRect l="36707" t="17030" r="25015" b="1358"/>
          <a:stretch/>
        </p:blipFill>
        <p:spPr>
          <a:xfrm>
            <a:off x="848085" y="1605280"/>
            <a:ext cx="4291802" cy="3038933"/>
          </a:xfrm>
          <a:prstGeom prst="rect">
            <a:avLst/>
          </a:prstGeom>
        </p:spPr>
      </p:pic>
      <p:sp>
        <p:nvSpPr>
          <p:cNvPr id="6" name="Rectangle 5">
            <a:extLst>
              <a:ext uri="{FF2B5EF4-FFF2-40B4-BE49-F238E27FC236}">
                <a16:creationId xmlns:a16="http://schemas.microsoft.com/office/drawing/2014/main" id="{1145CB9A-5EDE-4D48-88BF-10CB88F55A9F}"/>
              </a:ext>
            </a:extLst>
          </p:cNvPr>
          <p:cNvSpPr/>
          <p:nvPr/>
        </p:nvSpPr>
        <p:spPr>
          <a:xfrm>
            <a:off x="848085" y="4623432"/>
            <a:ext cx="4291802" cy="923330"/>
          </a:xfrm>
          <a:prstGeom prst="rect">
            <a:avLst/>
          </a:prstGeom>
        </p:spPr>
        <p:txBody>
          <a:bodyPr wrap="square">
            <a:spAutoFit/>
          </a:bodyPr>
          <a:lstStyle/>
          <a:p>
            <a:pPr algn="ctr"/>
            <a:r>
              <a:rPr lang="en-IN" dirty="0">
                <a:solidFill>
                  <a:schemeClr val="accent6">
                    <a:lumMod val="75000"/>
                  </a:schemeClr>
                </a:solidFill>
              </a:rPr>
              <a:t>European CE certified</a:t>
            </a:r>
          </a:p>
          <a:p>
            <a:pPr algn="ctr"/>
            <a:r>
              <a:rPr lang="en-IN" dirty="0">
                <a:solidFill>
                  <a:schemeClr val="accent6">
                    <a:lumMod val="75000"/>
                  </a:schemeClr>
                </a:solidFill>
              </a:rPr>
              <a:t>ICMR Certified </a:t>
            </a:r>
          </a:p>
          <a:p>
            <a:pPr algn="ctr"/>
            <a:r>
              <a:rPr lang="en-US" dirty="0">
                <a:solidFill>
                  <a:schemeClr val="accent6">
                    <a:lumMod val="75000"/>
                  </a:schemeClr>
                </a:solidFill>
              </a:rPr>
              <a:t>National Institute Of Virology - India</a:t>
            </a:r>
            <a:endParaRPr lang="en-IN" dirty="0">
              <a:solidFill>
                <a:schemeClr val="accent6">
                  <a:lumMod val="75000"/>
                </a:schemeClr>
              </a:solidFill>
            </a:endParaRPr>
          </a:p>
        </p:txBody>
      </p:sp>
      <p:sp>
        <p:nvSpPr>
          <p:cNvPr id="7" name="Subtitle 2">
            <a:extLst>
              <a:ext uri="{FF2B5EF4-FFF2-40B4-BE49-F238E27FC236}">
                <a16:creationId xmlns:a16="http://schemas.microsoft.com/office/drawing/2014/main" id="{EDD428FD-C4F8-4252-AC35-05FE127F28F3}"/>
              </a:ext>
            </a:extLst>
          </p:cNvPr>
          <p:cNvSpPr txBox="1">
            <a:spLocks/>
          </p:cNvSpPr>
          <p:nvPr/>
        </p:nvSpPr>
        <p:spPr>
          <a:xfrm>
            <a:off x="605155" y="6400799"/>
            <a:ext cx="11261725" cy="4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IN" sz="2000" b="1" u="sng" dirty="0">
                <a:solidFill>
                  <a:schemeClr val="accent1">
                    <a:lumMod val="75000"/>
                  </a:schemeClr>
                </a:solidFill>
              </a:rPr>
              <a:t>CONTACT</a:t>
            </a:r>
            <a:r>
              <a:rPr lang="en-IN" sz="2000" dirty="0">
                <a:solidFill>
                  <a:schemeClr val="accent1">
                    <a:lumMod val="75000"/>
                  </a:schemeClr>
                </a:solidFill>
              </a:rPr>
              <a:t> : JR ENTERPRISE – AHMEDABAD : RAJESH JHA  WhatsApp : +91 9724022068</a:t>
            </a:r>
          </a:p>
        </p:txBody>
      </p:sp>
    </p:spTree>
    <p:extLst>
      <p:ext uri="{BB962C8B-B14F-4D97-AF65-F5344CB8AC3E}">
        <p14:creationId xmlns:p14="http://schemas.microsoft.com/office/powerpoint/2010/main" val="4209108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5224A92-B71D-4244-9CEE-E80F9BD1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69A319-3937-4297-B7D8-6745097B9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85" y="487353"/>
            <a:ext cx="11218182" cy="5883295"/>
          </a:xfrm>
          <a:prstGeom prst="rect">
            <a:avLst/>
          </a:prstGeom>
          <a:blipFill dpi="0" rotWithShape="1">
            <a:blip r:embed="rId3"/>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FDFE78-2422-40CD-BC53-9E0C459C9D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76"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sp>
        <p:nvSpPr>
          <p:cNvPr id="5" name="Title 4">
            <a:extLst>
              <a:ext uri="{FF2B5EF4-FFF2-40B4-BE49-F238E27FC236}">
                <a16:creationId xmlns:a16="http://schemas.microsoft.com/office/drawing/2014/main" id="{B0E9BF4B-06E1-445E-B7B8-702DA04CBF0A}"/>
              </a:ext>
            </a:extLst>
          </p:cNvPr>
          <p:cNvSpPr>
            <a:spLocks noGrp="1"/>
          </p:cNvSpPr>
          <p:nvPr>
            <p:ph type="title"/>
          </p:nvPr>
        </p:nvSpPr>
        <p:spPr>
          <a:xfrm>
            <a:off x="7535825" y="982132"/>
            <a:ext cx="3360772" cy="2766908"/>
          </a:xfrm>
        </p:spPr>
        <p:txBody>
          <a:bodyPr>
            <a:normAutofit/>
          </a:bodyPr>
          <a:lstStyle/>
          <a:p>
            <a:r>
              <a:rPr lang="en-IN" dirty="0">
                <a:solidFill>
                  <a:srgbClr val="262626"/>
                </a:solidFill>
              </a:rPr>
              <a:t>Other Products of Regular Use</a:t>
            </a:r>
          </a:p>
        </p:txBody>
      </p:sp>
      <p:sp>
        <p:nvSpPr>
          <p:cNvPr id="18" name="Rectangle 17">
            <a:extLst>
              <a:ext uri="{FF2B5EF4-FFF2-40B4-BE49-F238E27FC236}">
                <a16:creationId xmlns:a16="http://schemas.microsoft.com/office/drawing/2014/main" id="{A97E302E-4D34-42E4-94A8-4FC0AF572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noFill/>
          <a:ln w="57150" cmpd="thickThin">
            <a:solidFill>
              <a:srgbClr val="7F7F7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2E6B42B9-5375-44AC-8BA8-4C355FB37838}"/>
              </a:ext>
            </a:extLst>
          </p:cNvPr>
          <p:cNvGraphicFramePr>
            <a:graphicFrameLocks noGrp="1"/>
          </p:cNvGraphicFramePr>
          <p:nvPr>
            <p:ph idx="1"/>
            <p:extLst>
              <p:ext uri="{D42A27DB-BD31-4B8C-83A1-F6EECF244321}">
                <p14:modId xmlns:p14="http://schemas.microsoft.com/office/powerpoint/2010/main" val="1352984098"/>
              </p:ext>
            </p:extLst>
          </p:nvPr>
        </p:nvGraphicFramePr>
        <p:xfrm>
          <a:off x="1391056" y="1416885"/>
          <a:ext cx="5272393" cy="3907502"/>
        </p:xfrm>
        <a:graphic>
          <a:graphicData uri="http://schemas.openxmlformats.org/drawingml/2006/table">
            <a:tbl>
              <a:tblPr firstRow="1" bandRow="1">
                <a:tableStyleId>{5C22544A-7EE6-4342-B048-85BDC9FD1C3A}</a:tableStyleId>
              </a:tblPr>
              <a:tblGrid>
                <a:gridCol w="2388917">
                  <a:extLst>
                    <a:ext uri="{9D8B030D-6E8A-4147-A177-3AD203B41FA5}">
                      <a16:colId xmlns:a16="http://schemas.microsoft.com/office/drawing/2014/main" val="3246324637"/>
                    </a:ext>
                  </a:extLst>
                </a:gridCol>
                <a:gridCol w="1425846">
                  <a:extLst>
                    <a:ext uri="{9D8B030D-6E8A-4147-A177-3AD203B41FA5}">
                      <a16:colId xmlns:a16="http://schemas.microsoft.com/office/drawing/2014/main" val="3166864667"/>
                    </a:ext>
                  </a:extLst>
                </a:gridCol>
                <a:gridCol w="1457630">
                  <a:extLst>
                    <a:ext uri="{9D8B030D-6E8A-4147-A177-3AD203B41FA5}">
                      <a16:colId xmlns:a16="http://schemas.microsoft.com/office/drawing/2014/main" val="2652293396"/>
                    </a:ext>
                  </a:extLst>
                </a:gridCol>
              </a:tblGrid>
              <a:tr h="873800">
                <a:tc>
                  <a:txBody>
                    <a:bodyPr/>
                    <a:lstStyle/>
                    <a:p>
                      <a:pPr algn="ctr" fontAlgn="ctr"/>
                      <a:r>
                        <a:rPr lang="en-IN" sz="1800" u="none" strike="noStrike">
                          <a:effectLst/>
                        </a:rPr>
                        <a:t>Product</a:t>
                      </a:r>
                      <a:endParaRPr lang="en-IN" sz="1800" b="1" i="0" u="none" strike="noStrike">
                        <a:solidFill>
                          <a:srgbClr val="000000"/>
                        </a:solidFill>
                        <a:effectLst/>
                        <a:latin typeface="Calibri" panose="020F0502020204030204" pitchFamily="34" charset="0"/>
                      </a:endParaRPr>
                    </a:p>
                  </a:txBody>
                  <a:tcPr marL="10165" marR="10165" marT="10165" marB="0" anchor="ctr"/>
                </a:tc>
                <a:tc>
                  <a:txBody>
                    <a:bodyPr/>
                    <a:lstStyle/>
                    <a:p>
                      <a:pPr algn="ctr" fontAlgn="ctr"/>
                      <a:r>
                        <a:rPr lang="en-IN" sz="1800" u="none" strike="noStrike">
                          <a:effectLst/>
                        </a:rPr>
                        <a:t> Price Per Unit </a:t>
                      </a:r>
                      <a:endParaRPr lang="en-IN" sz="1800" b="1" i="0" u="none" strike="noStrike">
                        <a:solidFill>
                          <a:srgbClr val="000000"/>
                        </a:solidFill>
                        <a:effectLst/>
                        <a:latin typeface="Calibri" panose="020F0502020204030204" pitchFamily="34" charset="0"/>
                      </a:endParaRPr>
                    </a:p>
                  </a:txBody>
                  <a:tcPr marL="10165" marR="10165" marT="10165" marB="0" anchor="ctr"/>
                </a:tc>
                <a:tc>
                  <a:txBody>
                    <a:bodyPr/>
                    <a:lstStyle/>
                    <a:p>
                      <a:pPr algn="ctr" fontAlgn="ctr"/>
                      <a:r>
                        <a:rPr lang="en-IN" sz="1800" u="none" strike="noStrike">
                          <a:effectLst/>
                        </a:rPr>
                        <a:t> Minimum Order Quantity </a:t>
                      </a:r>
                      <a:endParaRPr lang="en-IN" sz="1800" b="1" i="0" u="none" strike="noStrike">
                        <a:solidFill>
                          <a:srgbClr val="000000"/>
                        </a:solidFill>
                        <a:effectLst/>
                        <a:latin typeface="Calibri" panose="020F0502020204030204" pitchFamily="34" charset="0"/>
                      </a:endParaRPr>
                    </a:p>
                  </a:txBody>
                  <a:tcPr marL="10165" marR="10165" marT="10165" marB="0" anchor="ctr"/>
                </a:tc>
                <a:extLst>
                  <a:ext uri="{0D108BD9-81ED-4DB2-BD59-A6C34878D82A}">
                    <a16:rowId xmlns:a16="http://schemas.microsoft.com/office/drawing/2014/main" val="1487696712"/>
                  </a:ext>
                </a:extLst>
              </a:tr>
              <a:tr h="337078">
                <a:tc>
                  <a:txBody>
                    <a:bodyPr/>
                    <a:lstStyle/>
                    <a:p>
                      <a:pPr algn="l" fontAlgn="b"/>
                      <a:r>
                        <a:rPr lang="en-IN" sz="1800" u="none" strike="noStrike">
                          <a:effectLst/>
                        </a:rPr>
                        <a:t>N95 Masks</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125 </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30,000 </a:t>
                      </a:r>
                      <a:endParaRPr lang="en-IN" sz="1800" b="0" i="0" u="none" strike="noStrike">
                        <a:solidFill>
                          <a:srgbClr val="000000"/>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848282928"/>
                  </a:ext>
                </a:extLst>
              </a:tr>
              <a:tr h="337078">
                <a:tc>
                  <a:txBody>
                    <a:bodyPr/>
                    <a:lstStyle/>
                    <a:p>
                      <a:pPr algn="l" fontAlgn="b"/>
                      <a:r>
                        <a:rPr lang="en-IN" sz="1800" u="none" strike="noStrike">
                          <a:effectLst/>
                        </a:rPr>
                        <a:t>3 Ply Mask</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8 </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2,00,000 </a:t>
                      </a:r>
                      <a:endParaRPr lang="en-IN" sz="1800" b="0" i="0" u="none" strike="noStrike">
                        <a:solidFill>
                          <a:srgbClr val="305496"/>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3450995355"/>
                  </a:ext>
                </a:extLst>
              </a:tr>
              <a:tr h="337078">
                <a:tc>
                  <a:txBody>
                    <a:bodyPr/>
                    <a:lstStyle/>
                    <a:p>
                      <a:pPr algn="l" fontAlgn="b"/>
                      <a:r>
                        <a:rPr lang="en-IN" sz="1800" u="none" strike="noStrike">
                          <a:effectLst/>
                        </a:rPr>
                        <a:t>PPE Kit</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1,000 </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50,000 </a:t>
                      </a:r>
                      <a:endParaRPr lang="en-IN" sz="1800" b="0" i="0" u="none" strike="noStrike">
                        <a:solidFill>
                          <a:srgbClr val="305496"/>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4076775864"/>
                  </a:ext>
                </a:extLst>
              </a:tr>
              <a:tr h="337078">
                <a:tc>
                  <a:txBody>
                    <a:bodyPr/>
                    <a:lstStyle/>
                    <a:p>
                      <a:pPr algn="l" fontAlgn="b"/>
                      <a:r>
                        <a:rPr lang="en-IN" sz="1800" u="none" strike="noStrike" dirty="0">
                          <a:effectLst/>
                        </a:rPr>
                        <a:t>Gloves</a:t>
                      </a:r>
                      <a:endParaRPr lang="en-IN" sz="1800" b="0" i="0" u="none" strike="noStrike" dirty="0">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12 </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2,00,000 </a:t>
                      </a:r>
                      <a:endParaRPr lang="en-IN" sz="1800" b="0" i="0" u="none" strike="noStrike">
                        <a:solidFill>
                          <a:srgbClr val="305496"/>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1648143410"/>
                  </a:ext>
                </a:extLst>
              </a:tr>
              <a:tr h="337078">
                <a:tc>
                  <a:txBody>
                    <a:bodyPr/>
                    <a:lstStyle/>
                    <a:p>
                      <a:pPr algn="l" fontAlgn="b"/>
                      <a:r>
                        <a:rPr lang="en-IN" sz="1800" u="none" strike="noStrike">
                          <a:effectLst/>
                        </a:rPr>
                        <a:t>Rapid Testing Kit</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850 </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30,000 </a:t>
                      </a:r>
                      <a:endParaRPr lang="en-IN" sz="1800" b="0" i="0" u="none" strike="noStrike">
                        <a:solidFill>
                          <a:srgbClr val="305496"/>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2346173772"/>
                  </a:ext>
                </a:extLst>
              </a:tr>
              <a:tr h="337078">
                <a:tc>
                  <a:txBody>
                    <a:bodyPr/>
                    <a:lstStyle/>
                    <a:p>
                      <a:pPr algn="l" fontAlgn="b"/>
                      <a:r>
                        <a:rPr lang="en-IN" sz="1800" u="none" strike="noStrike">
                          <a:effectLst/>
                        </a:rPr>
                        <a:t>IR THERMOMETER</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5,300 </a:t>
                      </a:r>
                      <a:endParaRPr lang="en-IN" sz="1800" b="0" i="0" u="none" strike="noStrike">
                        <a:solidFill>
                          <a:srgbClr val="305496"/>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1,000 </a:t>
                      </a:r>
                      <a:endParaRPr lang="en-IN" sz="1800" b="0" i="0" u="none" strike="noStrike">
                        <a:solidFill>
                          <a:srgbClr val="305496"/>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1905325720"/>
                  </a:ext>
                </a:extLst>
              </a:tr>
              <a:tr h="337078">
                <a:tc>
                  <a:txBody>
                    <a:bodyPr/>
                    <a:lstStyle/>
                    <a:p>
                      <a:pPr algn="l" fontAlgn="b"/>
                      <a:r>
                        <a:rPr lang="en-IN" sz="1800" u="none" strike="noStrike">
                          <a:effectLst/>
                        </a:rPr>
                        <a:t>Visor</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80 </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10,000 </a:t>
                      </a:r>
                      <a:endParaRPr lang="en-IN" sz="1800" b="0" i="0" u="none" strike="noStrike">
                        <a:solidFill>
                          <a:srgbClr val="000000"/>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963643829"/>
                  </a:ext>
                </a:extLst>
              </a:tr>
              <a:tr h="337078">
                <a:tc>
                  <a:txBody>
                    <a:bodyPr/>
                    <a:lstStyle/>
                    <a:p>
                      <a:pPr algn="l" fontAlgn="b"/>
                      <a:r>
                        <a:rPr lang="en-IN" sz="1800" u="none" strike="noStrike">
                          <a:effectLst/>
                        </a:rPr>
                        <a:t>Goggles</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      120 </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10,000 </a:t>
                      </a:r>
                      <a:endParaRPr lang="en-IN" sz="1800" b="0" i="0" u="none" strike="noStrike">
                        <a:solidFill>
                          <a:srgbClr val="000000"/>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1018291169"/>
                  </a:ext>
                </a:extLst>
              </a:tr>
              <a:tr h="337078">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10165" marR="10165" marT="10165" marB="0" anchor="b"/>
                </a:tc>
                <a:tc>
                  <a:txBody>
                    <a:bodyPr/>
                    <a:lstStyle/>
                    <a:p>
                      <a:pPr algn="l" fontAlgn="b"/>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10165" marR="10165" marT="10165" marB="0" anchor="b"/>
                </a:tc>
                <a:extLst>
                  <a:ext uri="{0D108BD9-81ED-4DB2-BD59-A6C34878D82A}">
                    <a16:rowId xmlns:a16="http://schemas.microsoft.com/office/drawing/2014/main" val="1162263109"/>
                  </a:ext>
                </a:extLst>
              </a:tr>
            </a:tbl>
          </a:graphicData>
        </a:graphic>
      </p:graphicFrame>
      <p:sp>
        <p:nvSpPr>
          <p:cNvPr id="8" name="Rectangle 7">
            <a:extLst>
              <a:ext uri="{FF2B5EF4-FFF2-40B4-BE49-F238E27FC236}">
                <a16:creationId xmlns:a16="http://schemas.microsoft.com/office/drawing/2014/main" id="{55A5062A-6E69-4723-8206-3BC8E8E9D901}"/>
              </a:ext>
            </a:extLst>
          </p:cNvPr>
          <p:cNvSpPr/>
          <p:nvPr/>
        </p:nvSpPr>
        <p:spPr>
          <a:xfrm>
            <a:off x="1391056" y="1069877"/>
            <a:ext cx="4375685" cy="369332"/>
          </a:xfrm>
          <a:prstGeom prst="rect">
            <a:avLst/>
          </a:prstGeom>
        </p:spPr>
        <p:txBody>
          <a:bodyPr wrap="none">
            <a:spAutoFit/>
          </a:bodyPr>
          <a:lstStyle/>
          <a:p>
            <a:r>
              <a:rPr lang="en-IN" b="1" dirty="0"/>
              <a:t>Lead time: 5 to </a:t>
            </a:r>
            <a:r>
              <a:rPr lang="en-IN" dirty="0"/>
              <a:t>15 Days from confirm order </a:t>
            </a:r>
            <a:r>
              <a:rPr lang="en-IN" b="1" dirty="0"/>
              <a:t> </a:t>
            </a:r>
            <a:endParaRPr lang="en-IN" dirty="0"/>
          </a:p>
        </p:txBody>
      </p:sp>
      <p:sp>
        <p:nvSpPr>
          <p:cNvPr id="9" name="Rectangle 8">
            <a:extLst>
              <a:ext uri="{FF2B5EF4-FFF2-40B4-BE49-F238E27FC236}">
                <a16:creationId xmlns:a16="http://schemas.microsoft.com/office/drawing/2014/main" id="{1AA0CFB8-767F-4951-B7FC-CAF37834597F}"/>
              </a:ext>
            </a:extLst>
          </p:cNvPr>
          <p:cNvSpPr/>
          <p:nvPr/>
        </p:nvSpPr>
        <p:spPr>
          <a:xfrm>
            <a:off x="1092643" y="5729551"/>
            <a:ext cx="5359609" cy="369332"/>
          </a:xfrm>
          <a:prstGeom prst="rect">
            <a:avLst/>
          </a:prstGeom>
        </p:spPr>
        <p:txBody>
          <a:bodyPr wrap="none">
            <a:spAutoFit/>
          </a:bodyPr>
          <a:lstStyle/>
          <a:p>
            <a:r>
              <a:rPr lang="en-IN" b="1" dirty="0"/>
              <a:t>Payment terms: -</a:t>
            </a:r>
            <a:r>
              <a:rPr lang="en-IN" dirty="0"/>
              <a:t> 100% Advance Due to High Demand </a:t>
            </a:r>
          </a:p>
        </p:txBody>
      </p:sp>
      <p:sp>
        <p:nvSpPr>
          <p:cNvPr id="10" name="Rectangle 9">
            <a:extLst>
              <a:ext uri="{FF2B5EF4-FFF2-40B4-BE49-F238E27FC236}">
                <a16:creationId xmlns:a16="http://schemas.microsoft.com/office/drawing/2014/main" id="{A5EB9318-EA51-4BA4-AAB7-2C520ED9A1FF}"/>
              </a:ext>
            </a:extLst>
          </p:cNvPr>
          <p:cNvSpPr/>
          <p:nvPr/>
        </p:nvSpPr>
        <p:spPr>
          <a:xfrm>
            <a:off x="7246692" y="4236393"/>
            <a:ext cx="4102028" cy="1477328"/>
          </a:xfrm>
          <a:prstGeom prst="rect">
            <a:avLst/>
          </a:prstGeom>
        </p:spPr>
        <p:txBody>
          <a:bodyPr wrap="square">
            <a:spAutoFit/>
          </a:bodyPr>
          <a:lstStyle/>
          <a:p>
            <a:pPr algn="ctr"/>
            <a:r>
              <a:rPr lang="en-IN" b="1" u="sng" dirty="0">
                <a:solidFill>
                  <a:schemeClr val="accent1">
                    <a:lumMod val="75000"/>
                  </a:schemeClr>
                </a:solidFill>
              </a:rPr>
              <a:t>CONTACT</a:t>
            </a:r>
            <a:r>
              <a:rPr lang="en-IN" dirty="0">
                <a:solidFill>
                  <a:schemeClr val="accent1">
                    <a:lumMod val="75000"/>
                  </a:schemeClr>
                </a:solidFill>
              </a:rPr>
              <a:t> : </a:t>
            </a:r>
          </a:p>
          <a:p>
            <a:pPr algn="ctr"/>
            <a:endParaRPr lang="en-IN" dirty="0">
              <a:solidFill>
                <a:schemeClr val="accent1">
                  <a:lumMod val="75000"/>
                </a:schemeClr>
              </a:solidFill>
            </a:endParaRPr>
          </a:p>
          <a:p>
            <a:pPr algn="ctr"/>
            <a:r>
              <a:rPr lang="en-IN" dirty="0">
                <a:solidFill>
                  <a:schemeClr val="accent1">
                    <a:lumMod val="75000"/>
                  </a:schemeClr>
                </a:solidFill>
              </a:rPr>
              <a:t>RAJESH JHA</a:t>
            </a:r>
          </a:p>
          <a:p>
            <a:pPr algn="ctr"/>
            <a:r>
              <a:rPr lang="en-IN" dirty="0">
                <a:solidFill>
                  <a:schemeClr val="accent1">
                    <a:lumMod val="75000"/>
                  </a:schemeClr>
                </a:solidFill>
              </a:rPr>
              <a:t>JR ENTERPRISE – AHMEDABAD </a:t>
            </a:r>
          </a:p>
          <a:p>
            <a:pPr algn="ctr"/>
            <a:r>
              <a:rPr lang="en-IN" dirty="0">
                <a:solidFill>
                  <a:schemeClr val="accent1">
                    <a:lumMod val="75000"/>
                  </a:schemeClr>
                </a:solidFill>
              </a:rPr>
              <a:t>WhatsApp : </a:t>
            </a:r>
            <a:r>
              <a:rPr lang="en-IN" b="1" u="sng" dirty="0">
                <a:solidFill>
                  <a:schemeClr val="accent1">
                    <a:lumMod val="75000"/>
                  </a:schemeClr>
                </a:solidFill>
              </a:rPr>
              <a:t>+91 972 402 2068</a:t>
            </a:r>
          </a:p>
        </p:txBody>
      </p:sp>
    </p:spTree>
    <p:extLst>
      <p:ext uri="{BB962C8B-B14F-4D97-AF65-F5344CB8AC3E}">
        <p14:creationId xmlns:p14="http://schemas.microsoft.com/office/powerpoint/2010/main" val="22112546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otalTime>146</TotalTime>
  <Words>1060</Words>
  <Application>Microsoft Office PowerPoint</Application>
  <PresentationFormat>Widescreen</PresentationFormat>
  <Paragraphs>136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Garamond</vt:lpstr>
      <vt:lpstr>Organic</vt:lpstr>
      <vt:lpstr>  DISPOSABLE MEDICAL ITEMS </vt:lpstr>
      <vt:lpstr>IR Thermometer</vt:lpstr>
      <vt:lpstr>3 Ply Mask</vt:lpstr>
      <vt:lpstr>Personal Protection Kit (PP Kit) </vt:lpstr>
      <vt:lpstr>Body suit, Fluid-Resistant Gown </vt:lpstr>
      <vt:lpstr>Medical use Inner and Outer Nitrile gloves:</vt:lpstr>
      <vt:lpstr>Acco COVID-19 IgM/IgG Rapid Test Kit</vt:lpstr>
      <vt:lpstr>Self Use COVID 19 PRE-SCREENING KIT</vt:lpstr>
      <vt:lpstr>Other Products of Regular 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DISPOSABLE MEDICAL ITEMS </dc:title>
  <dc:creator>RAKESH JHA</dc:creator>
  <cp:lastModifiedBy>RAKESH JHA</cp:lastModifiedBy>
  <cp:revision>1</cp:revision>
  <dcterms:created xsi:type="dcterms:W3CDTF">2020-04-07T09:11:13Z</dcterms:created>
  <dcterms:modified xsi:type="dcterms:W3CDTF">2020-04-09T08:08:31Z</dcterms:modified>
</cp:coreProperties>
</file>