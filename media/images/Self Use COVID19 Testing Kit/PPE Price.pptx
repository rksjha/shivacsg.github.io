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5C9381-4D21-4A47-BE8D-80D16C2F86F1}" v="2" dt="2020-03-31T15:03:16.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userId="33333d82-9924-40c0-b7f2-837c83f01193" providerId="ADAL" clId="{945C9381-4D21-4A47-BE8D-80D16C2F86F1}"/>
    <pc:docChg chg="addSld modSld">
      <pc:chgData name="RAJESH" userId="33333d82-9924-40c0-b7f2-837c83f01193" providerId="ADAL" clId="{945C9381-4D21-4A47-BE8D-80D16C2F86F1}" dt="2020-03-31T15:03:36.531" v="2" actId="1076"/>
      <pc:docMkLst>
        <pc:docMk/>
      </pc:docMkLst>
      <pc:sldChg chg="addSp modSp add mod">
        <pc:chgData name="RAJESH" userId="33333d82-9924-40c0-b7f2-837c83f01193" providerId="ADAL" clId="{945C9381-4D21-4A47-BE8D-80D16C2F86F1}" dt="2020-03-31T15:03:36.531" v="2" actId="1076"/>
        <pc:sldMkLst>
          <pc:docMk/>
          <pc:sldMk cId="2237223092" sldId="257"/>
        </pc:sldMkLst>
        <pc:picChg chg="add mod">
          <ac:chgData name="RAJESH" userId="33333d82-9924-40c0-b7f2-837c83f01193" providerId="ADAL" clId="{945C9381-4D21-4A47-BE8D-80D16C2F86F1}" dt="2020-03-31T15:03:36.531" v="2" actId="1076"/>
          <ac:picMkLst>
            <pc:docMk/>
            <pc:sldMk cId="2237223092" sldId="257"/>
            <ac:picMk id="4" creationId="{D8A611EC-38B8-4ED3-9AD1-E875C90B48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13396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13253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75875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99180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63838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50190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74343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2750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37893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69450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51200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84547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3/31/2020</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233540238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67" r:id="rId6"/>
    <p:sldLayoutId id="2147483662" r:id="rId7"/>
    <p:sldLayoutId id="2147483663" r:id="rId8"/>
    <p:sldLayoutId id="2147483664" r:id="rId9"/>
    <p:sldLayoutId id="2147483665" r:id="rId10"/>
    <p:sldLayoutId id="2147483666" r:id="rId11"/>
    <p:sldLayoutId id="2147483668"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E1AED4-C7FF-4468-BF54-4470A0A3E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18E18C8-9FB5-4392-8EC0-0E8CC5DFEC45}"/>
              </a:ext>
            </a:extLst>
          </p:cNvPr>
          <p:cNvPicPr>
            <a:picLocks noChangeAspect="1"/>
          </p:cNvPicPr>
          <p:nvPr/>
        </p:nvPicPr>
        <p:blipFill rotWithShape="1">
          <a:blip r:embed="rId2"/>
          <a:srcRect l="3135" r="1" b="1"/>
          <a:stretch/>
        </p:blipFill>
        <p:spPr>
          <a:xfrm>
            <a:off x="3068" y="10"/>
            <a:ext cx="12188932" cy="6857990"/>
          </a:xfrm>
          <a:prstGeom prst="rect">
            <a:avLst/>
          </a:prstGeom>
        </p:spPr>
      </p:pic>
      <p:sp>
        <p:nvSpPr>
          <p:cNvPr id="18" name="Rectangle 17">
            <a:extLst>
              <a:ext uri="{FF2B5EF4-FFF2-40B4-BE49-F238E27FC236}">
                <a16:creationId xmlns:a16="http://schemas.microsoft.com/office/drawing/2014/main" id="{BDE94FAB-AA60-43B4-A2C3-3A940B9A9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gradFill flip="none" rotWithShape="1">
            <a:gsLst>
              <a:gs pos="44000">
                <a:schemeClr val="tx1">
                  <a:alpha val="40000"/>
                </a:schemeClr>
              </a:gs>
              <a:gs pos="100000">
                <a:schemeClr val="tx1">
                  <a:alpha val="7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752265-47A6-4AFE-9EB2-A94ADB430A99}"/>
              </a:ext>
            </a:extLst>
          </p:cNvPr>
          <p:cNvSpPr>
            <a:spLocks noGrp="1"/>
          </p:cNvSpPr>
          <p:nvPr>
            <p:ph type="ctrTitle"/>
          </p:nvPr>
        </p:nvSpPr>
        <p:spPr>
          <a:xfrm>
            <a:off x="558800" y="64074"/>
            <a:ext cx="10952480" cy="816358"/>
          </a:xfrm>
        </p:spPr>
        <p:txBody>
          <a:bodyPr>
            <a:normAutofit fontScale="90000"/>
          </a:bodyPr>
          <a:lstStyle/>
          <a:p>
            <a:pPr algn="ctr"/>
            <a:r>
              <a:rPr lang="en-IN" dirty="0">
                <a:solidFill>
                  <a:schemeClr val="bg1"/>
                </a:solidFill>
              </a:rPr>
              <a:t>Medical &amp; Emergency Equipments</a:t>
            </a:r>
          </a:p>
        </p:txBody>
      </p:sp>
      <p:sp>
        <p:nvSpPr>
          <p:cNvPr id="5" name="Rectangle 4">
            <a:extLst>
              <a:ext uri="{FF2B5EF4-FFF2-40B4-BE49-F238E27FC236}">
                <a16:creationId xmlns:a16="http://schemas.microsoft.com/office/drawing/2014/main" id="{90272E05-BC1F-41D0-8344-DBA418E24BD7}"/>
              </a:ext>
            </a:extLst>
          </p:cNvPr>
          <p:cNvSpPr/>
          <p:nvPr/>
        </p:nvSpPr>
        <p:spPr>
          <a:xfrm>
            <a:off x="9418317" y="2019059"/>
            <a:ext cx="2715724"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t>Medical Glasses: Daily production is 2,000 pieces. Stock - 200,000 pieces.</a:t>
            </a:r>
          </a:p>
          <a:p>
            <a:r>
              <a:rPr lang="en-US" sz="1400" dirty="0"/>
              <a:t>Cost @ ₹85/- Per Pcs</a:t>
            </a:r>
            <a:endParaRPr lang="en-IN" sz="1400" dirty="0"/>
          </a:p>
        </p:txBody>
      </p:sp>
      <p:sp>
        <p:nvSpPr>
          <p:cNvPr id="6" name="Rectangle 5">
            <a:extLst>
              <a:ext uri="{FF2B5EF4-FFF2-40B4-BE49-F238E27FC236}">
                <a16:creationId xmlns:a16="http://schemas.microsoft.com/office/drawing/2014/main" id="{29056634-D460-465C-A9A5-866C07615D12}"/>
              </a:ext>
            </a:extLst>
          </p:cNvPr>
          <p:cNvSpPr/>
          <p:nvPr/>
        </p:nvSpPr>
        <p:spPr>
          <a:xfrm>
            <a:off x="9418317" y="843010"/>
            <a:ext cx="2715724"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Three ply mask daily 1lac pcs </a:t>
            </a:r>
          </a:p>
          <a:p>
            <a:r>
              <a:rPr lang="en-US" sz="1400" dirty="0"/>
              <a:t>Cost @₹9.6/- per pcs</a:t>
            </a:r>
            <a:endParaRPr lang="en-IN" sz="1400" dirty="0"/>
          </a:p>
        </p:txBody>
      </p:sp>
      <p:sp>
        <p:nvSpPr>
          <p:cNvPr id="7" name="Rectangle 6">
            <a:extLst>
              <a:ext uri="{FF2B5EF4-FFF2-40B4-BE49-F238E27FC236}">
                <a16:creationId xmlns:a16="http://schemas.microsoft.com/office/drawing/2014/main" id="{469F5B8B-66E3-4BBD-8E8B-DD2B59A6076C}"/>
              </a:ext>
            </a:extLst>
          </p:cNvPr>
          <p:cNvSpPr/>
          <p:nvPr/>
        </p:nvSpPr>
        <p:spPr>
          <a:xfrm>
            <a:off x="-3048" y="843010"/>
            <a:ext cx="9289284" cy="2804939"/>
          </a:xfrm>
          <a:prstGeom prst="rect">
            <a:avLst/>
          </a:prstGeom>
        </p:spPr>
        <p:style>
          <a:lnRef idx="2">
            <a:schemeClr val="accent2"/>
          </a:lnRef>
          <a:fillRef idx="1">
            <a:schemeClr val="lt1"/>
          </a:fillRef>
          <a:effectRef idx="0">
            <a:schemeClr val="accent2"/>
          </a:effectRef>
          <a:fontRef idx="minor">
            <a:schemeClr val="dk1"/>
          </a:fontRef>
        </p:style>
        <p:txBody>
          <a:bodyPr wrap="square" lIns="144000" tIns="108000" rIns="144000" bIns="108000" numCol="2">
            <a:spAutoFit/>
          </a:bodyPr>
          <a:lstStyle/>
          <a:p>
            <a:pPr algn="just"/>
            <a:r>
              <a:rPr lang="en-US" sz="1200" dirty="0"/>
              <a:t>We offer a light weight, pre-</a:t>
            </a:r>
            <a:r>
              <a:rPr lang="en-US" sz="1200" dirty="0" err="1"/>
              <a:t>sterlized</a:t>
            </a:r>
            <a:r>
              <a:rPr lang="en-US" sz="1200" dirty="0"/>
              <a:t> economical Surgical drape set. Each of these contains Anti Germanic protection for exclusive wear while doing general as well as dental surgical procedures. These are especially high profiled Aprons made out of AAIPL GSM Material to feel free without any heaviness while doing surgical procedures. These are wrapped in a clear poly bag. The surgeon’s gown provided is made in such a way to give you a waterproof design. This drape set is a must have for all medical professionals who prefer for quality and standards.</a:t>
            </a:r>
          </a:p>
          <a:p>
            <a:pPr algn="just"/>
            <a:r>
              <a:rPr lang="en-US" sz="1200" dirty="0"/>
              <a:t>In today’s time of Corona disease spread, people may use it to isolate themselves from outside environment to maintain personal hygiene and protection like when they go to buy groceries, milk, medicines etc.</a:t>
            </a:r>
          </a:p>
          <a:p>
            <a:pPr marL="538163" algn="just"/>
            <a:r>
              <a:rPr lang="en-US" sz="1200" b="1" u="sng" dirty="0"/>
              <a:t>Features &amp; details</a:t>
            </a:r>
          </a:p>
          <a:p>
            <a:pPr marL="538163" algn="just"/>
            <a:r>
              <a:rPr lang="en-US" sz="1200" dirty="0"/>
              <a:t>SURGEON GOWN	 	1 PIECE </a:t>
            </a:r>
          </a:p>
          <a:p>
            <a:pPr marL="538163" algn="just"/>
            <a:r>
              <a:rPr lang="en-US" sz="1200" dirty="0"/>
              <a:t>SURGICAL NOSE MASK 		1PIECE</a:t>
            </a:r>
          </a:p>
          <a:p>
            <a:pPr marL="538163" algn="just"/>
            <a:r>
              <a:rPr lang="en-US" sz="1200" dirty="0"/>
              <a:t>HAND TOWEL 			1 PIECE</a:t>
            </a:r>
          </a:p>
          <a:p>
            <a:pPr marL="538163" algn="just"/>
            <a:r>
              <a:rPr lang="en-US" sz="1200" dirty="0"/>
              <a:t>TROLLY DRAPE SHEET 		1 PIECE </a:t>
            </a:r>
          </a:p>
          <a:p>
            <a:pPr marL="538163" algn="just"/>
            <a:r>
              <a:rPr lang="en-US" sz="1200" dirty="0"/>
              <a:t>PATIENT DRAPE SHEET(small) 		1PIECE</a:t>
            </a:r>
          </a:p>
          <a:p>
            <a:pPr marL="538163" algn="just"/>
            <a:r>
              <a:rPr lang="en-US" sz="1200" dirty="0"/>
              <a:t>SURGICAL GLOVES 		1 PIECE</a:t>
            </a:r>
          </a:p>
          <a:p>
            <a:pPr marL="538163" algn="just"/>
            <a:r>
              <a:rPr lang="en-US" sz="1200" dirty="0"/>
              <a:t>HEAD CAP 			2 PIECE</a:t>
            </a:r>
          </a:p>
          <a:p>
            <a:pPr marL="538163" algn="just"/>
            <a:r>
              <a:rPr lang="en-US" sz="1200" dirty="0"/>
              <a:t>LIGHT HANDLE COVER 		1 PIECE</a:t>
            </a:r>
          </a:p>
          <a:p>
            <a:pPr marL="538163" algn="just"/>
            <a:r>
              <a:rPr lang="en-US" sz="1200" dirty="0"/>
              <a:t>RUBBER BAND 			4  NOS</a:t>
            </a:r>
          </a:p>
          <a:p>
            <a:pPr marL="538163" algn="just"/>
            <a:r>
              <a:rPr lang="en-US" sz="1200" dirty="0"/>
              <a:t>SUCTION COVER 			1 PIECE</a:t>
            </a:r>
          </a:p>
          <a:p>
            <a:pPr marL="538163" algn="just"/>
            <a:endParaRPr lang="en-US" sz="1200" dirty="0"/>
          </a:p>
          <a:p>
            <a:pPr marL="538163" algn="just"/>
            <a:r>
              <a:rPr lang="en-US" sz="1200" dirty="0"/>
              <a:t>Cost : Rs. 2250/-</a:t>
            </a:r>
          </a:p>
        </p:txBody>
      </p:sp>
      <p:sp>
        <p:nvSpPr>
          <p:cNvPr id="8" name="Rectangle 7">
            <a:extLst>
              <a:ext uri="{FF2B5EF4-FFF2-40B4-BE49-F238E27FC236}">
                <a16:creationId xmlns:a16="http://schemas.microsoft.com/office/drawing/2014/main" id="{FF0F3780-B387-4D15-9F7A-8B43C9AACEA5}"/>
              </a:ext>
            </a:extLst>
          </p:cNvPr>
          <p:cNvSpPr/>
          <p:nvPr/>
        </p:nvSpPr>
        <p:spPr>
          <a:xfrm>
            <a:off x="9424337" y="1417168"/>
            <a:ext cx="2715724"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t>Medical Visor - 500 pcs a day</a:t>
            </a:r>
          </a:p>
          <a:p>
            <a:r>
              <a:rPr lang="en-US" sz="1400" dirty="0"/>
              <a:t>Cost @ ₹180/- Per Pc</a:t>
            </a:r>
            <a:endParaRPr lang="en-IN" sz="1400" dirty="0"/>
          </a:p>
        </p:txBody>
      </p:sp>
      <p:pic>
        <p:nvPicPr>
          <p:cNvPr id="12" name="Picture 11" descr="A picture containing indoor, table, sitting, room&#10;&#10;Description automatically generated">
            <a:extLst>
              <a:ext uri="{FF2B5EF4-FFF2-40B4-BE49-F238E27FC236}">
                <a16:creationId xmlns:a16="http://schemas.microsoft.com/office/drawing/2014/main" id="{10E607BA-62A0-484C-BD42-C47704250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3427" y="3863505"/>
            <a:ext cx="2160022" cy="2880029"/>
          </a:xfrm>
          <a:prstGeom prst="rect">
            <a:avLst/>
          </a:prstGeom>
        </p:spPr>
      </p:pic>
      <p:pic>
        <p:nvPicPr>
          <p:cNvPr id="14" name="Picture 13" descr="A close up of a bottle&#10;&#10;Description automatically generated">
            <a:extLst>
              <a:ext uri="{FF2B5EF4-FFF2-40B4-BE49-F238E27FC236}">
                <a16:creationId xmlns:a16="http://schemas.microsoft.com/office/drawing/2014/main" id="{425C274B-7467-41E7-ADD6-594720B4C1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7271" y="3957514"/>
            <a:ext cx="2049780" cy="2733040"/>
          </a:xfrm>
          <a:prstGeom prst="rect">
            <a:avLst/>
          </a:prstGeom>
        </p:spPr>
      </p:pic>
      <p:pic>
        <p:nvPicPr>
          <p:cNvPr id="17" name="Picture 16" descr="A person posing for the camera&#10;&#10;Description automatically generated">
            <a:extLst>
              <a:ext uri="{FF2B5EF4-FFF2-40B4-BE49-F238E27FC236}">
                <a16:creationId xmlns:a16="http://schemas.microsoft.com/office/drawing/2014/main" id="{762CEB19-2160-4BE1-AE4C-1A6B1E350D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7842" y="3957514"/>
            <a:ext cx="1730731" cy="2722880"/>
          </a:xfrm>
          <a:prstGeom prst="rect">
            <a:avLst/>
          </a:prstGeom>
        </p:spPr>
      </p:pic>
      <p:pic>
        <p:nvPicPr>
          <p:cNvPr id="20" name="Picture 19" descr="A picture containing indoor, small, sitting, white&#10;&#10;Description automatically generated">
            <a:extLst>
              <a:ext uri="{FF2B5EF4-FFF2-40B4-BE49-F238E27FC236}">
                <a16:creationId xmlns:a16="http://schemas.microsoft.com/office/drawing/2014/main" id="{C32AB378-D90A-46D8-84CC-8C52EEF916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38832" y="3933969"/>
            <a:ext cx="2026569" cy="2804940"/>
          </a:xfrm>
          <a:prstGeom prst="rect">
            <a:avLst/>
          </a:prstGeom>
        </p:spPr>
      </p:pic>
      <p:pic>
        <p:nvPicPr>
          <p:cNvPr id="22" name="Picture 21" descr="A picture containing standing, table, sitting, kitchen&#10;&#10;Description automatically generated">
            <a:extLst>
              <a:ext uri="{FF2B5EF4-FFF2-40B4-BE49-F238E27FC236}">
                <a16:creationId xmlns:a16="http://schemas.microsoft.com/office/drawing/2014/main" id="{31ACFE6D-4DA2-4F3E-9BDE-7E7D01C17F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8068" y="4062521"/>
            <a:ext cx="1338194" cy="2676388"/>
          </a:xfrm>
          <a:prstGeom prst="rect">
            <a:avLst/>
          </a:prstGeom>
        </p:spPr>
      </p:pic>
      <p:pic>
        <p:nvPicPr>
          <p:cNvPr id="24" name="Picture 23" descr="A close up of a device&#10;&#10;Description automatically generated">
            <a:extLst>
              <a:ext uri="{FF2B5EF4-FFF2-40B4-BE49-F238E27FC236}">
                <a16:creationId xmlns:a16="http://schemas.microsoft.com/office/drawing/2014/main" id="{BC9DBCE3-6380-45AE-A259-8CDD72BC2A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18110" y="5177797"/>
            <a:ext cx="1742440" cy="1742440"/>
          </a:xfrm>
          <a:prstGeom prst="rect">
            <a:avLst/>
          </a:prstGeom>
        </p:spPr>
      </p:pic>
      <p:pic>
        <p:nvPicPr>
          <p:cNvPr id="26" name="Picture 25" descr="A picture containing water, goggles, white, sunglasses&#10;&#10;Description automatically generated">
            <a:extLst>
              <a:ext uri="{FF2B5EF4-FFF2-40B4-BE49-F238E27FC236}">
                <a16:creationId xmlns:a16="http://schemas.microsoft.com/office/drawing/2014/main" id="{EC10A89B-E990-4A9D-9244-4B5C980331C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15062" y="3644163"/>
            <a:ext cx="1742440" cy="1742440"/>
          </a:xfrm>
          <a:prstGeom prst="rect">
            <a:avLst/>
          </a:prstGeom>
        </p:spPr>
      </p:pic>
      <p:pic>
        <p:nvPicPr>
          <p:cNvPr id="28" name="Picture 27" descr="A blue chair&#10;&#10;Description automatically generated">
            <a:extLst>
              <a:ext uri="{FF2B5EF4-FFF2-40B4-BE49-F238E27FC236}">
                <a16:creationId xmlns:a16="http://schemas.microsoft.com/office/drawing/2014/main" id="{8CC8389F-5C58-40ED-BC5A-F7CBAC32D02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17689" y="3919110"/>
            <a:ext cx="1402470" cy="2804940"/>
          </a:xfrm>
          <a:prstGeom prst="rect">
            <a:avLst/>
          </a:prstGeom>
        </p:spPr>
      </p:pic>
      <p:pic>
        <p:nvPicPr>
          <p:cNvPr id="30" name="Picture 29" descr="A glass with a blue background&#10;&#10;Description automatically generated">
            <a:extLst>
              <a:ext uri="{FF2B5EF4-FFF2-40B4-BE49-F238E27FC236}">
                <a16:creationId xmlns:a16="http://schemas.microsoft.com/office/drawing/2014/main" id="{08BCCB6D-B8A9-4212-BF32-9882E92893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625" y="3647949"/>
            <a:ext cx="1572989" cy="3145977"/>
          </a:xfrm>
          <a:prstGeom prst="rect">
            <a:avLst/>
          </a:prstGeom>
        </p:spPr>
      </p:pic>
      <p:sp>
        <p:nvSpPr>
          <p:cNvPr id="31" name="Rectangle: Rounded Corners 30">
            <a:extLst>
              <a:ext uri="{FF2B5EF4-FFF2-40B4-BE49-F238E27FC236}">
                <a16:creationId xmlns:a16="http://schemas.microsoft.com/office/drawing/2014/main" id="{680FF232-79CA-4917-AF51-81C165D08854}"/>
              </a:ext>
            </a:extLst>
          </p:cNvPr>
          <p:cNvSpPr/>
          <p:nvPr/>
        </p:nvSpPr>
        <p:spPr>
          <a:xfrm>
            <a:off x="9509760" y="3108960"/>
            <a:ext cx="2624281" cy="74632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solidFill>
                  <a:schemeClr val="bg1"/>
                </a:solidFill>
              </a:rPr>
              <a:t>CONTACT</a:t>
            </a:r>
          </a:p>
          <a:p>
            <a:pPr algn="ctr"/>
            <a:r>
              <a:rPr lang="en-IN" dirty="0">
                <a:solidFill>
                  <a:schemeClr val="bg1"/>
                </a:solidFill>
              </a:rPr>
              <a:t>WA : +91 9724022068</a:t>
            </a:r>
          </a:p>
        </p:txBody>
      </p:sp>
    </p:spTree>
    <p:extLst>
      <p:ext uri="{BB962C8B-B14F-4D97-AF65-F5344CB8AC3E}">
        <p14:creationId xmlns:p14="http://schemas.microsoft.com/office/powerpoint/2010/main" val="2208089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697D-017B-4C75-A1B4-F9F8518E07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1625D9-E75E-4FE9-9BA4-E3D0A8645FB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D8A611EC-38B8-4ED3-9AD1-E875C90B48E3}"/>
              </a:ext>
            </a:extLst>
          </p:cNvPr>
          <p:cNvPicPr>
            <a:picLocks noChangeAspect="1"/>
          </p:cNvPicPr>
          <p:nvPr/>
        </p:nvPicPr>
        <p:blipFill>
          <a:blip r:embed="rId2"/>
          <a:stretch>
            <a:fillRect/>
          </a:stretch>
        </p:blipFill>
        <p:spPr>
          <a:xfrm>
            <a:off x="173206" y="1690688"/>
            <a:ext cx="6250329" cy="2858219"/>
          </a:xfrm>
          <a:prstGeom prst="rect">
            <a:avLst/>
          </a:prstGeom>
        </p:spPr>
      </p:pic>
    </p:spTree>
    <p:extLst>
      <p:ext uri="{BB962C8B-B14F-4D97-AF65-F5344CB8AC3E}">
        <p14:creationId xmlns:p14="http://schemas.microsoft.com/office/powerpoint/2010/main" val="2237223092"/>
      </p:ext>
    </p:extLst>
  </p:cSld>
  <p:clrMapOvr>
    <a:masterClrMapping/>
  </p:clrMapOvr>
</p:sld>
</file>

<file path=ppt/theme/theme1.xml><?xml version="1.0" encoding="utf-8"?>
<a:theme xmlns:a="http://schemas.openxmlformats.org/drawingml/2006/main" name="BrushVTI">
  <a:themeElements>
    <a:clrScheme name="AnalogousFromDarkSeedLeftStep">
      <a:dk1>
        <a:srgbClr val="000000"/>
      </a:dk1>
      <a:lt1>
        <a:srgbClr val="FFFFFF"/>
      </a:lt1>
      <a:dk2>
        <a:srgbClr val="313820"/>
      </a:dk2>
      <a:lt2>
        <a:srgbClr val="E8E2E2"/>
      </a:lt2>
      <a:accent1>
        <a:srgbClr val="32B1AF"/>
      </a:accent1>
      <a:accent2>
        <a:srgbClr val="28B679"/>
      </a:accent2>
      <a:accent3>
        <a:srgbClr val="34B748"/>
      </a:accent3>
      <a:accent4>
        <a:srgbClr val="4EB728"/>
      </a:accent4>
      <a:accent5>
        <a:srgbClr val="85AC31"/>
      </a:accent5>
      <a:accent6>
        <a:srgbClr val="AEA126"/>
      </a:accent6>
      <a:hlink>
        <a:srgbClr val="5F8D2F"/>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44</TotalTime>
  <Words>273</Words>
  <Application>Microsoft Office PowerPoint</Application>
  <PresentationFormat>Widescreen</PresentationFormat>
  <Paragraphs>24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Century Gothic</vt:lpstr>
      <vt:lpstr>Elephant</vt:lpstr>
      <vt:lpstr>BrushVTI</vt:lpstr>
      <vt:lpstr>Medical &amp; Emergency Equipments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Emergency Equipment Supply</dc:title>
  <dc:creator>RAKESH JHA</dc:creator>
  <cp:lastModifiedBy>RAKESH JHA</cp:lastModifiedBy>
  <cp:revision>4</cp:revision>
  <dcterms:created xsi:type="dcterms:W3CDTF">2020-03-31T14:15:36Z</dcterms:created>
  <dcterms:modified xsi:type="dcterms:W3CDTF">2020-03-31T15:03:46Z</dcterms:modified>
</cp:coreProperties>
</file>